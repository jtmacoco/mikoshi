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395" r:id="rId2"/>
    <p:sldId id="396" r:id="rId3"/>
    <p:sldId id="464" r:id="rId4"/>
    <p:sldId id="426" r:id="rId5"/>
    <p:sldId id="450" r:id="rId6"/>
    <p:sldId id="455" r:id="rId7"/>
    <p:sldId id="458" r:id="rId8"/>
    <p:sldId id="457" r:id="rId9"/>
    <p:sldId id="456" r:id="rId10"/>
    <p:sldId id="459" r:id="rId11"/>
    <p:sldId id="460" r:id="rId12"/>
    <p:sldId id="461" r:id="rId13"/>
    <p:sldId id="462" r:id="rId14"/>
    <p:sldId id="4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8" autoAdjust="0"/>
    <p:restoredTop sz="95137" autoAdjust="0"/>
  </p:normalViewPr>
  <p:slideViewPr>
    <p:cSldViewPr snapToGrid="0">
      <p:cViewPr varScale="1">
        <p:scale>
          <a:sx n="108" d="100"/>
          <a:sy n="108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6C2A8-2747-4294-A578-3E60BC72699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7F4B5FFF-9ED3-467E-9F08-56224C0F0A7F}">
      <dgm:prSet phldrT="[Text]" custT="1"/>
      <dgm:spPr/>
      <dgm:t>
        <a:bodyPr/>
        <a:lstStyle/>
        <a:p>
          <a:r>
            <a:rPr lang="en-US" sz="1100" dirty="0"/>
            <a:t>Physics and Simulation</a:t>
          </a:r>
        </a:p>
      </dgm:t>
    </dgm:pt>
    <dgm:pt modelId="{C8A8C85B-5DBC-4826-B79B-1827F17A1C87}" type="parTrans" cxnId="{59951FFD-F138-4D68-9127-248155DB05BC}">
      <dgm:prSet/>
      <dgm:spPr/>
      <dgm:t>
        <a:bodyPr/>
        <a:lstStyle/>
        <a:p>
          <a:endParaRPr lang="en-US"/>
        </a:p>
      </dgm:t>
    </dgm:pt>
    <dgm:pt modelId="{7CE53D13-2F1E-4334-8FCF-7819053F807A}" type="sibTrans" cxnId="{59951FFD-F138-4D68-9127-248155DB05BC}">
      <dgm:prSet/>
      <dgm:spPr/>
      <dgm:t>
        <a:bodyPr/>
        <a:lstStyle/>
        <a:p>
          <a:endParaRPr lang="en-US"/>
        </a:p>
      </dgm:t>
    </dgm:pt>
    <dgm:pt modelId="{D4F4622E-522E-42E2-9325-882BA587A43A}">
      <dgm:prSet phldrT="[Text]" custT="1"/>
      <dgm:spPr/>
      <dgm:t>
        <a:bodyPr/>
        <a:lstStyle/>
        <a:p>
          <a:r>
            <a:rPr lang="en-US" sz="1100" dirty="0"/>
            <a:t>3D Game Design</a:t>
          </a:r>
        </a:p>
      </dgm:t>
    </dgm:pt>
    <dgm:pt modelId="{12D438F1-16F0-4289-9C29-07BB8C8DEA4E}" type="parTrans" cxnId="{9B3C77B5-5FC6-4633-9644-197BB5B7C090}">
      <dgm:prSet/>
      <dgm:spPr/>
      <dgm:t>
        <a:bodyPr/>
        <a:lstStyle/>
        <a:p>
          <a:endParaRPr lang="en-US"/>
        </a:p>
      </dgm:t>
    </dgm:pt>
    <dgm:pt modelId="{F2442B81-00C0-4435-B316-F3582779B651}" type="sibTrans" cxnId="{9B3C77B5-5FC6-4633-9644-197BB5B7C090}">
      <dgm:prSet/>
      <dgm:spPr/>
      <dgm:t>
        <a:bodyPr/>
        <a:lstStyle/>
        <a:p>
          <a:endParaRPr lang="en-US"/>
        </a:p>
      </dgm:t>
    </dgm:pt>
    <dgm:pt modelId="{5018D890-AAFD-472E-9302-54A99927D2F2}">
      <dgm:prSet phldrT="[Text]" custT="1"/>
      <dgm:spPr/>
      <dgm:t>
        <a:bodyPr/>
        <a:lstStyle/>
        <a:p>
          <a:r>
            <a:rPr lang="en-US" sz="1100" dirty="0"/>
            <a:t>Team Project</a:t>
          </a:r>
        </a:p>
      </dgm:t>
    </dgm:pt>
    <dgm:pt modelId="{C68B5517-D6E9-4E6C-9F66-1ECAE0112F55}" type="parTrans" cxnId="{E791144E-EF76-402C-9A5E-4A713FB35D0B}">
      <dgm:prSet/>
      <dgm:spPr/>
      <dgm:t>
        <a:bodyPr/>
        <a:lstStyle/>
        <a:p>
          <a:endParaRPr lang="en-US"/>
        </a:p>
      </dgm:t>
    </dgm:pt>
    <dgm:pt modelId="{75B7678E-C7D0-4C36-8814-68FB15AA7C15}" type="sibTrans" cxnId="{E791144E-EF76-402C-9A5E-4A713FB35D0B}">
      <dgm:prSet/>
      <dgm:spPr/>
      <dgm:t>
        <a:bodyPr/>
        <a:lstStyle/>
        <a:p>
          <a:endParaRPr lang="en-US"/>
        </a:p>
      </dgm:t>
    </dgm:pt>
    <dgm:pt modelId="{028A8B19-4191-4E76-9454-D83DBC41B6F4}">
      <dgm:prSet phldrT="[Text]" custT="1"/>
      <dgm:spPr/>
      <dgm:t>
        <a:bodyPr/>
        <a:lstStyle/>
        <a:p>
          <a:r>
            <a:rPr lang="en-US" sz="1100" dirty="0"/>
            <a:t>Game Engine Case Studies</a:t>
          </a:r>
        </a:p>
      </dgm:t>
    </dgm:pt>
    <dgm:pt modelId="{DF0BABC2-F8A9-42CD-A0F1-ADFF9CFA12E7}" type="parTrans" cxnId="{99DC17BD-EA48-409D-8014-D4F4A34E2DB2}">
      <dgm:prSet/>
      <dgm:spPr/>
      <dgm:t>
        <a:bodyPr/>
        <a:lstStyle/>
        <a:p>
          <a:endParaRPr lang="en-US"/>
        </a:p>
      </dgm:t>
    </dgm:pt>
    <dgm:pt modelId="{D8184D79-403A-484F-A3B2-E8AFE6EAB0DE}" type="sibTrans" cxnId="{99DC17BD-EA48-409D-8014-D4F4A34E2DB2}">
      <dgm:prSet/>
      <dgm:spPr/>
      <dgm:t>
        <a:bodyPr/>
        <a:lstStyle/>
        <a:p>
          <a:endParaRPr lang="en-US"/>
        </a:p>
      </dgm:t>
    </dgm:pt>
    <dgm:pt modelId="{629C9996-1516-4DD1-93F0-210EC0081A28}">
      <dgm:prSet phldrT="[Text]" custT="1"/>
      <dgm:spPr/>
      <dgm:t>
        <a:bodyPr/>
        <a:lstStyle/>
        <a:p>
          <a:r>
            <a:rPr lang="en-US" sz="1100" dirty="0"/>
            <a:t>2D Game Design</a:t>
          </a:r>
        </a:p>
      </dgm:t>
    </dgm:pt>
    <dgm:pt modelId="{BC85CDFF-CF68-43B6-9065-A20E84409B67}" type="sibTrans" cxnId="{1C5903B3-06E9-477C-BAAF-FE6A078B705F}">
      <dgm:prSet/>
      <dgm:spPr/>
      <dgm:t>
        <a:bodyPr/>
        <a:lstStyle/>
        <a:p>
          <a:endParaRPr lang="en-US"/>
        </a:p>
      </dgm:t>
    </dgm:pt>
    <dgm:pt modelId="{EDB9C1ED-567D-413B-8E5D-7BBB68CF638E}" type="parTrans" cxnId="{1C5903B3-06E9-477C-BAAF-FE6A078B705F}">
      <dgm:prSet/>
      <dgm:spPr/>
      <dgm:t>
        <a:bodyPr/>
        <a:lstStyle/>
        <a:p>
          <a:endParaRPr lang="en-US"/>
        </a:p>
      </dgm:t>
    </dgm:pt>
    <dgm:pt modelId="{7E787B9E-F68A-4726-AD47-A41529D72F7A}">
      <dgm:prSet phldrT="[Text]" custT="1"/>
      <dgm:spPr/>
      <dgm:t>
        <a:bodyPr/>
        <a:lstStyle/>
        <a:p>
          <a:r>
            <a:rPr lang="en-US" sz="1100" dirty="0"/>
            <a:t>Introduction to Game Engines</a:t>
          </a:r>
        </a:p>
      </dgm:t>
    </dgm:pt>
    <dgm:pt modelId="{20A36317-A207-4A58-B8F2-9C7A040AEAC2}" type="sibTrans" cxnId="{43B89582-B31F-4149-8680-7DF2F5ACBFFF}">
      <dgm:prSet/>
      <dgm:spPr/>
      <dgm:t>
        <a:bodyPr/>
        <a:lstStyle/>
        <a:p>
          <a:endParaRPr lang="en-US"/>
        </a:p>
      </dgm:t>
    </dgm:pt>
    <dgm:pt modelId="{131A7A07-DA4A-469D-B68E-6F212B635694}" type="parTrans" cxnId="{43B89582-B31F-4149-8680-7DF2F5ACBFFF}">
      <dgm:prSet/>
      <dgm:spPr/>
      <dgm:t>
        <a:bodyPr/>
        <a:lstStyle/>
        <a:p>
          <a:endParaRPr lang="en-US"/>
        </a:p>
      </dgm:t>
    </dgm:pt>
    <dgm:pt modelId="{EE241DB9-664A-4755-BD9A-A47EB96DD90E}" type="pres">
      <dgm:prSet presAssocID="{D1E6C2A8-2747-4294-A578-3E60BC72699C}" presName="Name0" presStyleCnt="0">
        <dgm:presLayoutVars>
          <dgm:dir/>
          <dgm:resizeHandles val="exact"/>
        </dgm:presLayoutVars>
      </dgm:prSet>
      <dgm:spPr/>
    </dgm:pt>
    <dgm:pt modelId="{98610125-610F-4440-81CC-D81E7A28C4B6}" type="pres">
      <dgm:prSet presAssocID="{7E787B9E-F68A-4726-AD47-A41529D72F7A}" presName="node" presStyleLbl="node1" presStyleIdx="0" presStyleCnt="6">
        <dgm:presLayoutVars>
          <dgm:bulletEnabled val="1"/>
        </dgm:presLayoutVars>
      </dgm:prSet>
      <dgm:spPr/>
    </dgm:pt>
    <dgm:pt modelId="{10F89025-5263-4F54-A62C-3353C3189BAB}" type="pres">
      <dgm:prSet presAssocID="{20A36317-A207-4A58-B8F2-9C7A040AEAC2}" presName="sibTrans" presStyleLbl="sibTrans2D1" presStyleIdx="0" presStyleCnt="5"/>
      <dgm:spPr/>
    </dgm:pt>
    <dgm:pt modelId="{A0AB54E4-A336-4934-AACD-A2A8D60C157A}" type="pres">
      <dgm:prSet presAssocID="{20A36317-A207-4A58-B8F2-9C7A040AEAC2}" presName="connectorText" presStyleLbl="sibTrans2D1" presStyleIdx="0" presStyleCnt="5"/>
      <dgm:spPr/>
    </dgm:pt>
    <dgm:pt modelId="{77A6D4E2-F93D-46CA-AC6C-C7A1C1E347E3}" type="pres">
      <dgm:prSet presAssocID="{629C9996-1516-4DD1-93F0-210EC0081A28}" presName="node" presStyleLbl="node1" presStyleIdx="1" presStyleCnt="6">
        <dgm:presLayoutVars>
          <dgm:bulletEnabled val="1"/>
        </dgm:presLayoutVars>
      </dgm:prSet>
      <dgm:spPr/>
    </dgm:pt>
    <dgm:pt modelId="{F5F18F9E-6630-4259-9DFB-993D7969FA98}" type="pres">
      <dgm:prSet presAssocID="{BC85CDFF-CF68-43B6-9065-A20E84409B67}" presName="sibTrans" presStyleLbl="sibTrans2D1" presStyleIdx="1" presStyleCnt="5"/>
      <dgm:spPr/>
    </dgm:pt>
    <dgm:pt modelId="{AE995AEC-51BE-4AE1-9901-273464BC5FD7}" type="pres">
      <dgm:prSet presAssocID="{BC85CDFF-CF68-43B6-9065-A20E84409B67}" presName="connectorText" presStyleLbl="sibTrans2D1" presStyleIdx="1" presStyleCnt="5"/>
      <dgm:spPr/>
    </dgm:pt>
    <dgm:pt modelId="{48713530-359F-4B24-AD8E-90F5CA1E5B8A}" type="pres">
      <dgm:prSet presAssocID="{7F4B5FFF-9ED3-467E-9F08-56224C0F0A7F}" presName="node" presStyleLbl="node1" presStyleIdx="2" presStyleCnt="6">
        <dgm:presLayoutVars>
          <dgm:bulletEnabled val="1"/>
        </dgm:presLayoutVars>
      </dgm:prSet>
      <dgm:spPr/>
    </dgm:pt>
    <dgm:pt modelId="{00191EE8-DED7-4FD3-90EA-E6EDEBC6E0E2}" type="pres">
      <dgm:prSet presAssocID="{7CE53D13-2F1E-4334-8FCF-7819053F807A}" presName="sibTrans" presStyleLbl="sibTrans2D1" presStyleIdx="2" presStyleCnt="5"/>
      <dgm:spPr/>
    </dgm:pt>
    <dgm:pt modelId="{C2749609-6B32-41C5-9D20-70B086BA6C75}" type="pres">
      <dgm:prSet presAssocID="{7CE53D13-2F1E-4334-8FCF-7819053F807A}" presName="connectorText" presStyleLbl="sibTrans2D1" presStyleIdx="2" presStyleCnt="5"/>
      <dgm:spPr/>
    </dgm:pt>
    <dgm:pt modelId="{D6E9322D-7193-4E11-99DF-55341D827C99}" type="pres">
      <dgm:prSet presAssocID="{D4F4622E-522E-42E2-9325-882BA587A43A}" presName="node" presStyleLbl="node1" presStyleIdx="3" presStyleCnt="6">
        <dgm:presLayoutVars>
          <dgm:bulletEnabled val="1"/>
        </dgm:presLayoutVars>
      </dgm:prSet>
      <dgm:spPr/>
    </dgm:pt>
    <dgm:pt modelId="{20F28471-F34B-4756-9517-8F3AE9BAB6F8}" type="pres">
      <dgm:prSet presAssocID="{F2442B81-00C0-4435-B316-F3582779B651}" presName="sibTrans" presStyleLbl="sibTrans2D1" presStyleIdx="3" presStyleCnt="5"/>
      <dgm:spPr/>
    </dgm:pt>
    <dgm:pt modelId="{729AA94F-516C-49C1-B401-25B4BBC4C87C}" type="pres">
      <dgm:prSet presAssocID="{F2442B81-00C0-4435-B316-F3582779B651}" presName="connectorText" presStyleLbl="sibTrans2D1" presStyleIdx="3" presStyleCnt="5"/>
      <dgm:spPr/>
    </dgm:pt>
    <dgm:pt modelId="{A9D034FE-9DDE-4F35-892B-9063091DF9E6}" type="pres">
      <dgm:prSet presAssocID="{5018D890-AAFD-472E-9302-54A99927D2F2}" presName="node" presStyleLbl="node1" presStyleIdx="4" presStyleCnt="6">
        <dgm:presLayoutVars>
          <dgm:bulletEnabled val="1"/>
        </dgm:presLayoutVars>
      </dgm:prSet>
      <dgm:spPr/>
    </dgm:pt>
    <dgm:pt modelId="{F709AAD4-A9EB-4186-88EA-9D3D10BAD85F}" type="pres">
      <dgm:prSet presAssocID="{75B7678E-C7D0-4C36-8814-68FB15AA7C15}" presName="sibTrans" presStyleLbl="sibTrans2D1" presStyleIdx="4" presStyleCnt="5"/>
      <dgm:spPr/>
    </dgm:pt>
    <dgm:pt modelId="{10CC3819-6135-4BBA-A380-2EF33B1D6B2E}" type="pres">
      <dgm:prSet presAssocID="{75B7678E-C7D0-4C36-8814-68FB15AA7C15}" presName="connectorText" presStyleLbl="sibTrans2D1" presStyleIdx="4" presStyleCnt="5"/>
      <dgm:spPr/>
    </dgm:pt>
    <dgm:pt modelId="{B00F87D7-9E7F-4BAE-B409-6C0C48291B75}" type="pres">
      <dgm:prSet presAssocID="{028A8B19-4191-4E76-9454-D83DBC41B6F4}" presName="node" presStyleLbl="node1" presStyleIdx="5" presStyleCnt="6">
        <dgm:presLayoutVars>
          <dgm:bulletEnabled val="1"/>
        </dgm:presLayoutVars>
      </dgm:prSet>
      <dgm:spPr/>
    </dgm:pt>
  </dgm:ptLst>
  <dgm:cxnLst>
    <dgm:cxn modelId="{0FAD7C00-9515-42C1-8889-692E99739B1D}" type="presOf" srcId="{7CE53D13-2F1E-4334-8FCF-7819053F807A}" destId="{00191EE8-DED7-4FD3-90EA-E6EDEBC6E0E2}" srcOrd="0" destOrd="0" presId="urn:microsoft.com/office/officeart/2005/8/layout/process1"/>
    <dgm:cxn modelId="{38130F02-ED4C-4534-858A-EEC006413E5D}" type="presOf" srcId="{629C9996-1516-4DD1-93F0-210EC0081A28}" destId="{77A6D4E2-F93D-46CA-AC6C-C7A1C1E347E3}" srcOrd="0" destOrd="0" presId="urn:microsoft.com/office/officeart/2005/8/layout/process1"/>
    <dgm:cxn modelId="{97A4D207-126B-4A30-9CDC-D8A900EDB80B}" type="presOf" srcId="{75B7678E-C7D0-4C36-8814-68FB15AA7C15}" destId="{10CC3819-6135-4BBA-A380-2EF33B1D6B2E}" srcOrd="1" destOrd="0" presId="urn:microsoft.com/office/officeart/2005/8/layout/process1"/>
    <dgm:cxn modelId="{FD6FBE2B-B8C9-4CE7-829A-13E356681BB6}" type="presOf" srcId="{F2442B81-00C0-4435-B316-F3582779B651}" destId="{20F28471-F34B-4756-9517-8F3AE9BAB6F8}" srcOrd="0" destOrd="0" presId="urn:microsoft.com/office/officeart/2005/8/layout/process1"/>
    <dgm:cxn modelId="{E775FF2C-0089-4C18-AAB9-E18412CF5B0B}" type="presOf" srcId="{BC85CDFF-CF68-43B6-9065-A20E84409B67}" destId="{F5F18F9E-6630-4259-9DFB-993D7969FA98}" srcOrd="0" destOrd="0" presId="urn:microsoft.com/office/officeart/2005/8/layout/process1"/>
    <dgm:cxn modelId="{F1864F3F-078C-4EF2-A234-6459774A7495}" type="presOf" srcId="{D4F4622E-522E-42E2-9325-882BA587A43A}" destId="{D6E9322D-7193-4E11-99DF-55341D827C99}" srcOrd="0" destOrd="0" presId="urn:microsoft.com/office/officeart/2005/8/layout/process1"/>
    <dgm:cxn modelId="{F061DE67-415E-480B-BD1A-6FE6FBE9B91D}" type="presOf" srcId="{7F4B5FFF-9ED3-467E-9F08-56224C0F0A7F}" destId="{48713530-359F-4B24-AD8E-90F5CA1E5B8A}" srcOrd="0" destOrd="0" presId="urn:microsoft.com/office/officeart/2005/8/layout/process1"/>
    <dgm:cxn modelId="{E791144E-EF76-402C-9A5E-4A713FB35D0B}" srcId="{D1E6C2A8-2747-4294-A578-3E60BC72699C}" destId="{5018D890-AAFD-472E-9302-54A99927D2F2}" srcOrd="4" destOrd="0" parTransId="{C68B5517-D6E9-4E6C-9F66-1ECAE0112F55}" sibTransId="{75B7678E-C7D0-4C36-8814-68FB15AA7C15}"/>
    <dgm:cxn modelId="{6D144672-D7C8-4E24-B5A9-313829689552}" type="presOf" srcId="{5018D890-AAFD-472E-9302-54A99927D2F2}" destId="{A9D034FE-9DDE-4F35-892B-9063091DF9E6}" srcOrd="0" destOrd="0" presId="urn:microsoft.com/office/officeart/2005/8/layout/process1"/>
    <dgm:cxn modelId="{D1417059-D349-4183-BAB9-137E81344DF4}" type="presOf" srcId="{75B7678E-C7D0-4C36-8814-68FB15AA7C15}" destId="{F709AAD4-A9EB-4186-88EA-9D3D10BAD85F}" srcOrd="0" destOrd="0" presId="urn:microsoft.com/office/officeart/2005/8/layout/process1"/>
    <dgm:cxn modelId="{D26D4A7A-69F6-49B8-80AD-10EE754C7276}" type="presOf" srcId="{BC85CDFF-CF68-43B6-9065-A20E84409B67}" destId="{AE995AEC-51BE-4AE1-9901-273464BC5FD7}" srcOrd="1" destOrd="0" presId="urn:microsoft.com/office/officeart/2005/8/layout/process1"/>
    <dgm:cxn modelId="{43B89582-B31F-4149-8680-7DF2F5ACBFFF}" srcId="{D1E6C2A8-2747-4294-A578-3E60BC72699C}" destId="{7E787B9E-F68A-4726-AD47-A41529D72F7A}" srcOrd="0" destOrd="0" parTransId="{131A7A07-DA4A-469D-B68E-6F212B635694}" sibTransId="{20A36317-A207-4A58-B8F2-9C7A040AEAC2}"/>
    <dgm:cxn modelId="{C3865392-7FEE-4C29-B07C-5179D9E4B558}" type="presOf" srcId="{7CE53D13-2F1E-4334-8FCF-7819053F807A}" destId="{C2749609-6B32-41C5-9D20-70B086BA6C75}" srcOrd="1" destOrd="0" presId="urn:microsoft.com/office/officeart/2005/8/layout/process1"/>
    <dgm:cxn modelId="{6D36BDAF-49F0-49F1-A1F4-5FE8CED45AED}" type="presOf" srcId="{7E787B9E-F68A-4726-AD47-A41529D72F7A}" destId="{98610125-610F-4440-81CC-D81E7A28C4B6}" srcOrd="0" destOrd="0" presId="urn:microsoft.com/office/officeart/2005/8/layout/process1"/>
    <dgm:cxn modelId="{1C5903B3-06E9-477C-BAAF-FE6A078B705F}" srcId="{D1E6C2A8-2747-4294-A578-3E60BC72699C}" destId="{629C9996-1516-4DD1-93F0-210EC0081A28}" srcOrd="1" destOrd="0" parTransId="{EDB9C1ED-567D-413B-8E5D-7BBB68CF638E}" sibTransId="{BC85CDFF-CF68-43B6-9065-A20E84409B67}"/>
    <dgm:cxn modelId="{9B3C77B5-5FC6-4633-9644-197BB5B7C090}" srcId="{D1E6C2A8-2747-4294-A578-3E60BC72699C}" destId="{D4F4622E-522E-42E2-9325-882BA587A43A}" srcOrd="3" destOrd="0" parTransId="{12D438F1-16F0-4289-9C29-07BB8C8DEA4E}" sibTransId="{F2442B81-00C0-4435-B316-F3582779B651}"/>
    <dgm:cxn modelId="{99DC17BD-EA48-409D-8014-D4F4A34E2DB2}" srcId="{D1E6C2A8-2747-4294-A578-3E60BC72699C}" destId="{028A8B19-4191-4E76-9454-D83DBC41B6F4}" srcOrd="5" destOrd="0" parTransId="{DF0BABC2-F8A9-42CD-A0F1-ADFF9CFA12E7}" sibTransId="{D8184D79-403A-484F-A3B2-E8AFE6EAB0DE}"/>
    <dgm:cxn modelId="{66A9E0D2-602B-4FD9-A9FF-6E9B691503B2}" type="presOf" srcId="{028A8B19-4191-4E76-9454-D83DBC41B6F4}" destId="{B00F87D7-9E7F-4BAE-B409-6C0C48291B75}" srcOrd="0" destOrd="0" presId="urn:microsoft.com/office/officeart/2005/8/layout/process1"/>
    <dgm:cxn modelId="{8AF961D8-ED52-4747-93B1-9DDDEC16D787}" type="presOf" srcId="{20A36317-A207-4A58-B8F2-9C7A040AEAC2}" destId="{10F89025-5263-4F54-A62C-3353C3189BAB}" srcOrd="0" destOrd="0" presId="urn:microsoft.com/office/officeart/2005/8/layout/process1"/>
    <dgm:cxn modelId="{924CE9E8-1BC6-4054-944C-F553F103F0C2}" type="presOf" srcId="{D1E6C2A8-2747-4294-A578-3E60BC72699C}" destId="{EE241DB9-664A-4755-BD9A-A47EB96DD90E}" srcOrd="0" destOrd="0" presId="urn:microsoft.com/office/officeart/2005/8/layout/process1"/>
    <dgm:cxn modelId="{AF3EF2EA-CC0B-4909-BF69-F81F38D58DFD}" type="presOf" srcId="{20A36317-A207-4A58-B8F2-9C7A040AEAC2}" destId="{A0AB54E4-A336-4934-AACD-A2A8D60C157A}" srcOrd="1" destOrd="0" presId="urn:microsoft.com/office/officeart/2005/8/layout/process1"/>
    <dgm:cxn modelId="{CB8EA2F1-00F7-41CF-8BA7-00543129BDC0}" type="presOf" srcId="{F2442B81-00C0-4435-B316-F3582779B651}" destId="{729AA94F-516C-49C1-B401-25B4BBC4C87C}" srcOrd="1" destOrd="0" presId="urn:microsoft.com/office/officeart/2005/8/layout/process1"/>
    <dgm:cxn modelId="{59951FFD-F138-4D68-9127-248155DB05BC}" srcId="{D1E6C2A8-2747-4294-A578-3E60BC72699C}" destId="{7F4B5FFF-9ED3-467E-9F08-56224C0F0A7F}" srcOrd="2" destOrd="0" parTransId="{C8A8C85B-5DBC-4826-B79B-1827F17A1C87}" sibTransId="{7CE53D13-2F1E-4334-8FCF-7819053F807A}"/>
    <dgm:cxn modelId="{67687466-2CC7-4219-ACBC-C682EF01AD53}" type="presParOf" srcId="{EE241DB9-664A-4755-BD9A-A47EB96DD90E}" destId="{98610125-610F-4440-81CC-D81E7A28C4B6}" srcOrd="0" destOrd="0" presId="urn:microsoft.com/office/officeart/2005/8/layout/process1"/>
    <dgm:cxn modelId="{067B4648-9F28-4B8E-9BA9-1D0D3D61B3D0}" type="presParOf" srcId="{EE241DB9-664A-4755-BD9A-A47EB96DD90E}" destId="{10F89025-5263-4F54-A62C-3353C3189BAB}" srcOrd="1" destOrd="0" presId="urn:microsoft.com/office/officeart/2005/8/layout/process1"/>
    <dgm:cxn modelId="{E8CC6C95-2DC5-471C-AE26-415E1939504E}" type="presParOf" srcId="{10F89025-5263-4F54-A62C-3353C3189BAB}" destId="{A0AB54E4-A336-4934-AACD-A2A8D60C157A}" srcOrd="0" destOrd="0" presId="urn:microsoft.com/office/officeart/2005/8/layout/process1"/>
    <dgm:cxn modelId="{FA878378-E582-4EB8-B772-DC8DD469F1B1}" type="presParOf" srcId="{EE241DB9-664A-4755-BD9A-A47EB96DD90E}" destId="{77A6D4E2-F93D-46CA-AC6C-C7A1C1E347E3}" srcOrd="2" destOrd="0" presId="urn:microsoft.com/office/officeart/2005/8/layout/process1"/>
    <dgm:cxn modelId="{7559F5CC-05C1-4085-9C57-F1D7ED95701E}" type="presParOf" srcId="{EE241DB9-664A-4755-BD9A-A47EB96DD90E}" destId="{F5F18F9E-6630-4259-9DFB-993D7969FA98}" srcOrd="3" destOrd="0" presId="urn:microsoft.com/office/officeart/2005/8/layout/process1"/>
    <dgm:cxn modelId="{C40299B4-D8CE-452E-B887-416BFB580C54}" type="presParOf" srcId="{F5F18F9E-6630-4259-9DFB-993D7969FA98}" destId="{AE995AEC-51BE-4AE1-9901-273464BC5FD7}" srcOrd="0" destOrd="0" presId="urn:microsoft.com/office/officeart/2005/8/layout/process1"/>
    <dgm:cxn modelId="{EBA963BB-40F9-47DA-82A7-40E6A5445369}" type="presParOf" srcId="{EE241DB9-664A-4755-BD9A-A47EB96DD90E}" destId="{48713530-359F-4B24-AD8E-90F5CA1E5B8A}" srcOrd="4" destOrd="0" presId="urn:microsoft.com/office/officeart/2005/8/layout/process1"/>
    <dgm:cxn modelId="{B9F6EE1C-849D-4D02-B0B8-ACA39867AB20}" type="presParOf" srcId="{EE241DB9-664A-4755-BD9A-A47EB96DD90E}" destId="{00191EE8-DED7-4FD3-90EA-E6EDEBC6E0E2}" srcOrd="5" destOrd="0" presId="urn:microsoft.com/office/officeart/2005/8/layout/process1"/>
    <dgm:cxn modelId="{8B07C9AD-79B2-440C-BD6C-A72583E2D314}" type="presParOf" srcId="{00191EE8-DED7-4FD3-90EA-E6EDEBC6E0E2}" destId="{C2749609-6B32-41C5-9D20-70B086BA6C75}" srcOrd="0" destOrd="0" presId="urn:microsoft.com/office/officeart/2005/8/layout/process1"/>
    <dgm:cxn modelId="{E4D9C973-9995-46DA-ABD7-D518472829EA}" type="presParOf" srcId="{EE241DB9-664A-4755-BD9A-A47EB96DD90E}" destId="{D6E9322D-7193-4E11-99DF-55341D827C99}" srcOrd="6" destOrd="0" presId="urn:microsoft.com/office/officeart/2005/8/layout/process1"/>
    <dgm:cxn modelId="{E16E5F45-6543-4DF4-A9EF-424240AA8897}" type="presParOf" srcId="{EE241DB9-664A-4755-BD9A-A47EB96DD90E}" destId="{20F28471-F34B-4756-9517-8F3AE9BAB6F8}" srcOrd="7" destOrd="0" presId="urn:microsoft.com/office/officeart/2005/8/layout/process1"/>
    <dgm:cxn modelId="{E176BDC8-3F6B-4CFD-BA8C-AC1AA40E3C5F}" type="presParOf" srcId="{20F28471-F34B-4756-9517-8F3AE9BAB6F8}" destId="{729AA94F-516C-49C1-B401-25B4BBC4C87C}" srcOrd="0" destOrd="0" presId="urn:microsoft.com/office/officeart/2005/8/layout/process1"/>
    <dgm:cxn modelId="{5193AEB9-F065-42FB-BBE6-8EFDEC981F9C}" type="presParOf" srcId="{EE241DB9-664A-4755-BD9A-A47EB96DD90E}" destId="{A9D034FE-9DDE-4F35-892B-9063091DF9E6}" srcOrd="8" destOrd="0" presId="urn:microsoft.com/office/officeart/2005/8/layout/process1"/>
    <dgm:cxn modelId="{9AD46F83-4762-4EB4-ADFF-C268AFF97BEB}" type="presParOf" srcId="{EE241DB9-664A-4755-BD9A-A47EB96DD90E}" destId="{F709AAD4-A9EB-4186-88EA-9D3D10BAD85F}" srcOrd="9" destOrd="0" presId="urn:microsoft.com/office/officeart/2005/8/layout/process1"/>
    <dgm:cxn modelId="{A5E85BCC-7085-4DC7-8007-BDC467554287}" type="presParOf" srcId="{F709AAD4-A9EB-4186-88EA-9D3D10BAD85F}" destId="{10CC3819-6135-4BBA-A380-2EF33B1D6B2E}" srcOrd="0" destOrd="0" presId="urn:microsoft.com/office/officeart/2005/8/layout/process1"/>
    <dgm:cxn modelId="{796D8A67-91D2-4146-A37D-03BDF60D13D3}" type="presParOf" srcId="{EE241DB9-664A-4755-BD9A-A47EB96DD90E}" destId="{B00F87D7-9E7F-4BAE-B409-6C0C48291B7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BE920D-26B4-4F12-A556-E0732C30065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17F00176-A66C-449D-A901-C5D3C8632635}">
      <dgm:prSet phldrT="[Text]"/>
      <dgm:spPr/>
      <dgm:t>
        <a:bodyPr/>
        <a:lstStyle/>
        <a:p>
          <a:r>
            <a:rPr lang="en-US" dirty="0"/>
            <a:t>Polygonal Geometry (Scanned or Modeled in Maya</a:t>
          </a:r>
        </a:p>
      </dgm:t>
    </dgm:pt>
    <dgm:pt modelId="{7ADD0C53-A6A0-45BA-BBA9-ED0FCA6CE5D5}" type="parTrans" cxnId="{0F50336C-8CDB-471E-9B1D-B8DD11111A48}">
      <dgm:prSet/>
      <dgm:spPr/>
      <dgm:t>
        <a:bodyPr/>
        <a:lstStyle/>
        <a:p>
          <a:endParaRPr lang="en-US"/>
        </a:p>
      </dgm:t>
    </dgm:pt>
    <dgm:pt modelId="{7D0E1AE6-0C6D-452A-8C64-F019FC7C376C}" type="sibTrans" cxnId="{0F50336C-8CDB-471E-9B1D-B8DD11111A48}">
      <dgm:prSet/>
      <dgm:spPr/>
      <dgm:t>
        <a:bodyPr/>
        <a:lstStyle/>
        <a:p>
          <a:endParaRPr lang="en-US"/>
        </a:p>
      </dgm:t>
    </dgm:pt>
    <dgm:pt modelId="{DE043718-87B1-48CA-A672-01BCF07A3850}">
      <dgm:prSet phldrT="[Text]"/>
      <dgm:spPr/>
      <dgm:t>
        <a:bodyPr/>
        <a:lstStyle/>
        <a:p>
          <a:r>
            <a:rPr lang="en-US" dirty="0"/>
            <a:t>Rigging (Skinning, Muscles, IK/Joint Setup</a:t>
          </a:r>
        </a:p>
      </dgm:t>
    </dgm:pt>
    <dgm:pt modelId="{DAEC663A-4D4D-43BE-8B9D-85E1ABF9AF34}" type="parTrans" cxnId="{5FF68814-7F3B-446A-9985-4957A6DABC90}">
      <dgm:prSet/>
      <dgm:spPr/>
      <dgm:t>
        <a:bodyPr/>
        <a:lstStyle/>
        <a:p>
          <a:endParaRPr lang="en-US"/>
        </a:p>
      </dgm:t>
    </dgm:pt>
    <dgm:pt modelId="{CFBEE73C-8B7F-417C-B2B9-901B4BBDD605}" type="sibTrans" cxnId="{5FF68814-7F3B-446A-9985-4957A6DABC90}">
      <dgm:prSet/>
      <dgm:spPr/>
      <dgm:t>
        <a:bodyPr/>
        <a:lstStyle/>
        <a:p>
          <a:endParaRPr lang="en-US"/>
        </a:p>
      </dgm:t>
    </dgm:pt>
    <dgm:pt modelId="{F96FDC4F-A087-4C44-9778-5BE0D57F947A}">
      <dgm:prSet phldrT="[Text]"/>
      <dgm:spPr/>
      <dgm:t>
        <a:bodyPr/>
        <a:lstStyle/>
        <a:p>
          <a:r>
            <a:rPr lang="en-US" dirty="0"/>
            <a:t>Export to Game Engine</a:t>
          </a:r>
        </a:p>
      </dgm:t>
    </dgm:pt>
    <dgm:pt modelId="{8FC0ED5A-FAAE-4525-BC4D-85959F47BEF9}" type="parTrans" cxnId="{93200AE5-3ED6-4D0B-A899-1BE1F3C8CB10}">
      <dgm:prSet/>
      <dgm:spPr/>
      <dgm:t>
        <a:bodyPr/>
        <a:lstStyle/>
        <a:p>
          <a:endParaRPr lang="en-US"/>
        </a:p>
      </dgm:t>
    </dgm:pt>
    <dgm:pt modelId="{EC5A50F7-FF90-426B-807F-C8896FB8CC16}" type="sibTrans" cxnId="{93200AE5-3ED6-4D0B-A899-1BE1F3C8CB10}">
      <dgm:prSet/>
      <dgm:spPr/>
      <dgm:t>
        <a:bodyPr/>
        <a:lstStyle/>
        <a:p>
          <a:endParaRPr lang="en-US"/>
        </a:p>
      </dgm:t>
    </dgm:pt>
    <dgm:pt modelId="{80E56DA6-7AFA-4F83-BEEF-4C08BE174A7A}">
      <dgm:prSet phldrT="[Text]"/>
      <dgm:spPr/>
      <dgm:t>
        <a:bodyPr/>
        <a:lstStyle/>
        <a:p>
          <a:r>
            <a:rPr lang="en-US" dirty="0"/>
            <a:t>Adjust Muscle/Skinning Parameters</a:t>
          </a:r>
        </a:p>
      </dgm:t>
    </dgm:pt>
    <dgm:pt modelId="{8B3537DD-79F7-4FE5-AB9F-FF304C2D59D5}" type="parTrans" cxnId="{2560AFC8-3B27-40AF-BEA0-B8FD60E4C895}">
      <dgm:prSet/>
      <dgm:spPr/>
      <dgm:t>
        <a:bodyPr/>
        <a:lstStyle/>
        <a:p>
          <a:endParaRPr lang="en-US"/>
        </a:p>
      </dgm:t>
    </dgm:pt>
    <dgm:pt modelId="{3675D2A7-6766-4626-8485-DD3BAE3927A4}" type="sibTrans" cxnId="{2560AFC8-3B27-40AF-BEA0-B8FD60E4C895}">
      <dgm:prSet/>
      <dgm:spPr/>
      <dgm:t>
        <a:bodyPr/>
        <a:lstStyle/>
        <a:p>
          <a:endParaRPr lang="en-US"/>
        </a:p>
      </dgm:t>
    </dgm:pt>
    <dgm:pt modelId="{7317ABED-42CC-44DC-8774-A543B73D5B19}">
      <dgm:prSet phldrT="[Text]"/>
      <dgm:spPr/>
      <dgm:t>
        <a:bodyPr/>
        <a:lstStyle/>
        <a:p>
          <a:r>
            <a:rPr lang="en-US" dirty="0"/>
            <a:t>Apply Animations Clips (Motion Capture or Keyframed)</a:t>
          </a:r>
        </a:p>
      </dgm:t>
    </dgm:pt>
    <dgm:pt modelId="{8E0186C9-8D19-47F3-9004-1E3C5F021AC4}" type="parTrans" cxnId="{A0554F04-C520-4D04-9F42-F0E6B900A451}">
      <dgm:prSet/>
      <dgm:spPr/>
      <dgm:t>
        <a:bodyPr/>
        <a:lstStyle/>
        <a:p>
          <a:endParaRPr lang="en-US"/>
        </a:p>
      </dgm:t>
    </dgm:pt>
    <dgm:pt modelId="{FFF7C3F3-1E87-4F1B-AF05-A61FD9DD0B88}" type="sibTrans" cxnId="{A0554F04-C520-4D04-9F42-F0E6B900A451}">
      <dgm:prSet/>
      <dgm:spPr/>
      <dgm:t>
        <a:bodyPr/>
        <a:lstStyle/>
        <a:p>
          <a:endParaRPr lang="en-US"/>
        </a:p>
      </dgm:t>
    </dgm:pt>
    <dgm:pt modelId="{B346CE44-3F41-440C-B13D-C2E3764A5734}" type="pres">
      <dgm:prSet presAssocID="{CBBE920D-26B4-4F12-A556-E0732C300657}" presName="CompostProcess" presStyleCnt="0">
        <dgm:presLayoutVars>
          <dgm:dir/>
          <dgm:resizeHandles val="exact"/>
        </dgm:presLayoutVars>
      </dgm:prSet>
      <dgm:spPr/>
    </dgm:pt>
    <dgm:pt modelId="{390C2F98-C779-43A3-B606-F5FE45D8997F}" type="pres">
      <dgm:prSet presAssocID="{CBBE920D-26B4-4F12-A556-E0732C300657}" presName="arrow" presStyleLbl="bgShp" presStyleIdx="0" presStyleCnt="1"/>
      <dgm:spPr/>
    </dgm:pt>
    <dgm:pt modelId="{18792F69-BF65-49FA-A9C7-43CFE45997DB}" type="pres">
      <dgm:prSet presAssocID="{CBBE920D-26B4-4F12-A556-E0732C300657}" presName="linearProcess" presStyleCnt="0"/>
      <dgm:spPr/>
    </dgm:pt>
    <dgm:pt modelId="{A6134247-A89B-4ED8-9878-0909142940B1}" type="pres">
      <dgm:prSet presAssocID="{17F00176-A66C-449D-A901-C5D3C8632635}" presName="textNode" presStyleLbl="node1" presStyleIdx="0" presStyleCnt="5">
        <dgm:presLayoutVars>
          <dgm:bulletEnabled val="1"/>
        </dgm:presLayoutVars>
      </dgm:prSet>
      <dgm:spPr/>
    </dgm:pt>
    <dgm:pt modelId="{B2C43ED3-FDAB-4B2B-8918-816D305217EC}" type="pres">
      <dgm:prSet presAssocID="{7D0E1AE6-0C6D-452A-8C64-F019FC7C376C}" presName="sibTrans" presStyleCnt="0"/>
      <dgm:spPr/>
    </dgm:pt>
    <dgm:pt modelId="{92E5FF0D-10E0-47EA-B612-38F154166C1C}" type="pres">
      <dgm:prSet presAssocID="{DE043718-87B1-48CA-A672-01BCF07A3850}" presName="textNode" presStyleLbl="node1" presStyleIdx="1" presStyleCnt="5">
        <dgm:presLayoutVars>
          <dgm:bulletEnabled val="1"/>
        </dgm:presLayoutVars>
      </dgm:prSet>
      <dgm:spPr/>
    </dgm:pt>
    <dgm:pt modelId="{86AFAC3B-82D9-464F-B199-D7D3698F2F5B}" type="pres">
      <dgm:prSet presAssocID="{CFBEE73C-8B7F-417C-B2B9-901B4BBDD605}" presName="sibTrans" presStyleCnt="0"/>
      <dgm:spPr/>
    </dgm:pt>
    <dgm:pt modelId="{A309CF2C-14D6-4317-B539-2F31F6C2B1FB}" type="pres">
      <dgm:prSet presAssocID="{F96FDC4F-A087-4C44-9778-5BE0D57F947A}" presName="textNode" presStyleLbl="node1" presStyleIdx="2" presStyleCnt="5" custLinFactNeighborX="1" custLinFactNeighborY="-1229">
        <dgm:presLayoutVars>
          <dgm:bulletEnabled val="1"/>
        </dgm:presLayoutVars>
      </dgm:prSet>
      <dgm:spPr/>
    </dgm:pt>
    <dgm:pt modelId="{C1C8105A-591C-489D-B16A-F1F35AA7D0D7}" type="pres">
      <dgm:prSet presAssocID="{EC5A50F7-FF90-426B-807F-C8896FB8CC16}" presName="sibTrans" presStyleCnt="0"/>
      <dgm:spPr/>
    </dgm:pt>
    <dgm:pt modelId="{655A7DB7-2A45-40EF-A374-CC1576FCDE04}" type="pres">
      <dgm:prSet presAssocID="{80E56DA6-7AFA-4F83-BEEF-4C08BE174A7A}" presName="textNode" presStyleLbl="node1" presStyleIdx="3" presStyleCnt="5">
        <dgm:presLayoutVars>
          <dgm:bulletEnabled val="1"/>
        </dgm:presLayoutVars>
      </dgm:prSet>
      <dgm:spPr/>
    </dgm:pt>
    <dgm:pt modelId="{F4715D8C-246B-450A-B038-FA8A4C6B9CFC}" type="pres">
      <dgm:prSet presAssocID="{3675D2A7-6766-4626-8485-DD3BAE3927A4}" presName="sibTrans" presStyleCnt="0"/>
      <dgm:spPr/>
    </dgm:pt>
    <dgm:pt modelId="{92F270F2-E6A3-43FD-B28F-9FCE436B8ECC}" type="pres">
      <dgm:prSet presAssocID="{7317ABED-42CC-44DC-8774-A543B73D5B1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A0554F04-C520-4D04-9F42-F0E6B900A451}" srcId="{CBBE920D-26B4-4F12-A556-E0732C300657}" destId="{7317ABED-42CC-44DC-8774-A543B73D5B19}" srcOrd="4" destOrd="0" parTransId="{8E0186C9-8D19-47F3-9004-1E3C5F021AC4}" sibTransId="{FFF7C3F3-1E87-4F1B-AF05-A61FD9DD0B88}"/>
    <dgm:cxn modelId="{5FF68814-7F3B-446A-9985-4957A6DABC90}" srcId="{CBBE920D-26B4-4F12-A556-E0732C300657}" destId="{DE043718-87B1-48CA-A672-01BCF07A3850}" srcOrd="1" destOrd="0" parTransId="{DAEC663A-4D4D-43BE-8B9D-85E1ABF9AF34}" sibTransId="{CFBEE73C-8B7F-417C-B2B9-901B4BBDD605}"/>
    <dgm:cxn modelId="{DAF37416-74BA-4C20-80F1-135E5532FE04}" type="presOf" srcId="{17F00176-A66C-449D-A901-C5D3C8632635}" destId="{A6134247-A89B-4ED8-9878-0909142940B1}" srcOrd="0" destOrd="0" presId="urn:microsoft.com/office/officeart/2005/8/layout/hProcess9"/>
    <dgm:cxn modelId="{D01C552B-A06D-4DE8-A01B-E0BFF9214B34}" type="presOf" srcId="{F96FDC4F-A087-4C44-9778-5BE0D57F947A}" destId="{A309CF2C-14D6-4317-B539-2F31F6C2B1FB}" srcOrd="0" destOrd="0" presId="urn:microsoft.com/office/officeart/2005/8/layout/hProcess9"/>
    <dgm:cxn modelId="{34661941-5E4F-4D7F-A95C-F9C32840255E}" type="presOf" srcId="{CBBE920D-26B4-4F12-A556-E0732C300657}" destId="{B346CE44-3F41-440C-B13D-C2E3764A5734}" srcOrd="0" destOrd="0" presId="urn:microsoft.com/office/officeart/2005/8/layout/hProcess9"/>
    <dgm:cxn modelId="{0F50336C-8CDB-471E-9B1D-B8DD11111A48}" srcId="{CBBE920D-26B4-4F12-A556-E0732C300657}" destId="{17F00176-A66C-449D-A901-C5D3C8632635}" srcOrd="0" destOrd="0" parTransId="{7ADD0C53-A6A0-45BA-BBA9-ED0FCA6CE5D5}" sibTransId="{7D0E1AE6-0C6D-452A-8C64-F019FC7C376C}"/>
    <dgm:cxn modelId="{76DA7A72-4BC9-4F52-9BE5-AE0D72E3F0DA}" type="presOf" srcId="{80E56DA6-7AFA-4F83-BEEF-4C08BE174A7A}" destId="{655A7DB7-2A45-40EF-A374-CC1576FCDE04}" srcOrd="0" destOrd="0" presId="urn:microsoft.com/office/officeart/2005/8/layout/hProcess9"/>
    <dgm:cxn modelId="{B03717A4-584E-416A-933A-AB5983742251}" type="presOf" srcId="{DE043718-87B1-48CA-A672-01BCF07A3850}" destId="{92E5FF0D-10E0-47EA-B612-38F154166C1C}" srcOrd="0" destOrd="0" presId="urn:microsoft.com/office/officeart/2005/8/layout/hProcess9"/>
    <dgm:cxn modelId="{F17952C5-F6CE-4C87-8210-505B040B2935}" type="presOf" srcId="{7317ABED-42CC-44DC-8774-A543B73D5B19}" destId="{92F270F2-E6A3-43FD-B28F-9FCE436B8ECC}" srcOrd="0" destOrd="0" presId="urn:microsoft.com/office/officeart/2005/8/layout/hProcess9"/>
    <dgm:cxn modelId="{2560AFC8-3B27-40AF-BEA0-B8FD60E4C895}" srcId="{CBBE920D-26B4-4F12-A556-E0732C300657}" destId="{80E56DA6-7AFA-4F83-BEEF-4C08BE174A7A}" srcOrd="3" destOrd="0" parTransId="{8B3537DD-79F7-4FE5-AB9F-FF304C2D59D5}" sibTransId="{3675D2A7-6766-4626-8485-DD3BAE3927A4}"/>
    <dgm:cxn modelId="{93200AE5-3ED6-4D0B-A899-1BE1F3C8CB10}" srcId="{CBBE920D-26B4-4F12-A556-E0732C300657}" destId="{F96FDC4F-A087-4C44-9778-5BE0D57F947A}" srcOrd="2" destOrd="0" parTransId="{8FC0ED5A-FAAE-4525-BC4D-85959F47BEF9}" sibTransId="{EC5A50F7-FF90-426B-807F-C8896FB8CC16}"/>
    <dgm:cxn modelId="{4EB589B7-D195-4DCC-82F9-608C7CA904DC}" type="presParOf" srcId="{B346CE44-3F41-440C-B13D-C2E3764A5734}" destId="{390C2F98-C779-43A3-B606-F5FE45D8997F}" srcOrd="0" destOrd="0" presId="urn:microsoft.com/office/officeart/2005/8/layout/hProcess9"/>
    <dgm:cxn modelId="{8A13E236-D2E9-4D8D-A6EF-10BC0707FDC6}" type="presParOf" srcId="{B346CE44-3F41-440C-B13D-C2E3764A5734}" destId="{18792F69-BF65-49FA-A9C7-43CFE45997DB}" srcOrd="1" destOrd="0" presId="urn:microsoft.com/office/officeart/2005/8/layout/hProcess9"/>
    <dgm:cxn modelId="{F0FF4221-60CD-4A3D-AE0E-1D62C44944A5}" type="presParOf" srcId="{18792F69-BF65-49FA-A9C7-43CFE45997DB}" destId="{A6134247-A89B-4ED8-9878-0909142940B1}" srcOrd="0" destOrd="0" presId="urn:microsoft.com/office/officeart/2005/8/layout/hProcess9"/>
    <dgm:cxn modelId="{6E48B4E2-6071-4BAC-B1C4-3B7F0C5F6310}" type="presParOf" srcId="{18792F69-BF65-49FA-A9C7-43CFE45997DB}" destId="{B2C43ED3-FDAB-4B2B-8918-816D305217EC}" srcOrd="1" destOrd="0" presId="urn:microsoft.com/office/officeart/2005/8/layout/hProcess9"/>
    <dgm:cxn modelId="{D2349A6A-D216-4A85-898B-222DB5A08A11}" type="presParOf" srcId="{18792F69-BF65-49FA-A9C7-43CFE45997DB}" destId="{92E5FF0D-10E0-47EA-B612-38F154166C1C}" srcOrd="2" destOrd="0" presId="urn:microsoft.com/office/officeart/2005/8/layout/hProcess9"/>
    <dgm:cxn modelId="{98294DEB-F99F-48B3-A5CC-3E64DAD5BC77}" type="presParOf" srcId="{18792F69-BF65-49FA-A9C7-43CFE45997DB}" destId="{86AFAC3B-82D9-464F-B199-D7D3698F2F5B}" srcOrd="3" destOrd="0" presId="urn:microsoft.com/office/officeart/2005/8/layout/hProcess9"/>
    <dgm:cxn modelId="{E3332206-3BCC-4A6F-B0A2-89F734D2A27E}" type="presParOf" srcId="{18792F69-BF65-49FA-A9C7-43CFE45997DB}" destId="{A309CF2C-14D6-4317-B539-2F31F6C2B1FB}" srcOrd="4" destOrd="0" presId="urn:microsoft.com/office/officeart/2005/8/layout/hProcess9"/>
    <dgm:cxn modelId="{263F6157-EE1F-4B42-B45A-396942D0ECC3}" type="presParOf" srcId="{18792F69-BF65-49FA-A9C7-43CFE45997DB}" destId="{C1C8105A-591C-489D-B16A-F1F35AA7D0D7}" srcOrd="5" destOrd="0" presId="urn:microsoft.com/office/officeart/2005/8/layout/hProcess9"/>
    <dgm:cxn modelId="{3D4BE762-1E14-4D66-AFA5-D7DACA678FD1}" type="presParOf" srcId="{18792F69-BF65-49FA-A9C7-43CFE45997DB}" destId="{655A7DB7-2A45-40EF-A374-CC1576FCDE04}" srcOrd="6" destOrd="0" presId="urn:microsoft.com/office/officeart/2005/8/layout/hProcess9"/>
    <dgm:cxn modelId="{EE90130B-CD88-4E87-AFA6-F1753BB57D35}" type="presParOf" srcId="{18792F69-BF65-49FA-A9C7-43CFE45997DB}" destId="{F4715D8C-246B-450A-B038-FA8A4C6B9CFC}" srcOrd="7" destOrd="0" presId="urn:microsoft.com/office/officeart/2005/8/layout/hProcess9"/>
    <dgm:cxn modelId="{B57FD283-CCBB-466E-BFB3-5137FC9831A7}" type="presParOf" srcId="{18792F69-BF65-49FA-A9C7-43CFE45997DB}" destId="{92F270F2-E6A3-43FD-B28F-9FCE436B8ECC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610125-610F-4440-81CC-D81E7A28C4B6}">
      <dsp:nvSpPr>
        <dsp:cNvPr id="0" name=""/>
        <dsp:cNvSpPr/>
      </dsp:nvSpPr>
      <dsp:spPr>
        <a:xfrm>
          <a:off x="0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Introduction to Game Engines</a:t>
          </a:r>
        </a:p>
      </dsp:txBody>
      <dsp:txXfrm>
        <a:off x="21457" y="1266238"/>
        <a:ext cx="1178100" cy="689694"/>
      </dsp:txXfrm>
    </dsp:sp>
    <dsp:sp modelId="{10F89025-5263-4F54-A62C-3353C3189BAB}">
      <dsp:nvSpPr>
        <dsp:cNvPr id="0" name=""/>
        <dsp:cNvSpPr/>
      </dsp:nvSpPr>
      <dsp:spPr>
        <a:xfrm>
          <a:off x="134311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1343115" y="1520241"/>
        <a:ext cx="181199" cy="181687"/>
      </dsp:txXfrm>
    </dsp:sp>
    <dsp:sp modelId="{77A6D4E2-F93D-46CA-AC6C-C7A1C1E347E3}">
      <dsp:nvSpPr>
        <dsp:cNvPr id="0" name=""/>
        <dsp:cNvSpPr/>
      </dsp:nvSpPr>
      <dsp:spPr>
        <a:xfrm>
          <a:off x="170941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2D Game Design</a:t>
          </a:r>
        </a:p>
      </dsp:txBody>
      <dsp:txXfrm>
        <a:off x="1730876" y="1266238"/>
        <a:ext cx="1178100" cy="689694"/>
      </dsp:txXfrm>
    </dsp:sp>
    <dsp:sp modelId="{F5F18F9E-6630-4259-9DFB-993D7969FA98}">
      <dsp:nvSpPr>
        <dsp:cNvPr id="0" name=""/>
        <dsp:cNvSpPr/>
      </dsp:nvSpPr>
      <dsp:spPr>
        <a:xfrm>
          <a:off x="305253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535" y="1520241"/>
        <a:ext cx="181199" cy="181687"/>
      </dsp:txXfrm>
    </dsp:sp>
    <dsp:sp modelId="{48713530-359F-4B24-AD8E-90F5CA1E5B8A}">
      <dsp:nvSpPr>
        <dsp:cNvPr id="0" name=""/>
        <dsp:cNvSpPr/>
      </dsp:nvSpPr>
      <dsp:spPr>
        <a:xfrm>
          <a:off x="341883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Physics and Simulation</a:t>
          </a:r>
        </a:p>
      </dsp:txBody>
      <dsp:txXfrm>
        <a:off x="3440296" y="1266238"/>
        <a:ext cx="1178100" cy="689694"/>
      </dsp:txXfrm>
    </dsp:sp>
    <dsp:sp modelId="{00191EE8-DED7-4FD3-90EA-E6EDEBC6E0E2}">
      <dsp:nvSpPr>
        <dsp:cNvPr id="0" name=""/>
        <dsp:cNvSpPr/>
      </dsp:nvSpPr>
      <dsp:spPr>
        <a:xfrm>
          <a:off x="476195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4761955" y="1520241"/>
        <a:ext cx="181199" cy="181687"/>
      </dsp:txXfrm>
    </dsp:sp>
    <dsp:sp modelId="{D6E9322D-7193-4E11-99DF-55341D827C99}">
      <dsp:nvSpPr>
        <dsp:cNvPr id="0" name=""/>
        <dsp:cNvSpPr/>
      </dsp:nvSpPr>
      <dsp:spPr>
        <a:xfrm>
          <a:off x="512825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3D Game Design</a:t>
          </a:r>
        </a:p>
      </dsp:txBody>
      <dsp:txXfrm>
        <a:off x="5149716" y="1266238"/>
        <a:ext cx="1178100" cy="689694"/>
      </dsp:txXfrm>
    </dsp:sp>
    <dsp:sp modelId="{20F28471-F34B-4756-9517-8F3AE9BAB6F8}">
      <dsp:nvSpPr>
        <dsp:cNvPr id="0" name=""/>
        <dsp:cNvSpPr/>
      </dsp:nvSpPr>
      <dsp:spPr>
        <a:xfrm>
          <a:off x="647137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71375" y="1520241"/>
        <a:ext cx="181199" cy="181687"/>
      </dsp:txXfrm>
    </dsp:sp>
    <dsp:sp modelId="{A9D034FE-9DDE-4F35-892B-9063091DF9E6}">
      <dsp:nvSpPr>
        <dsp:cNvPr id="0" name=""/>
        <dsp:cNvSpPr/>
      </dsp:nvSpPr>
      <dsp:spPr>
        <a:xfrm>
          <a:off x="683767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Project</a:t>
          </a:r>
        </a:p>
      </dsp:txBody>
      <dsp:txXfrm>
        <a:off x="6859136" y="1266238"/>
        <a:ext cx="1178100" cy="689694"/>
      </dsp:txXfrm>
    </dsp:sp>
    <dsp:sp modelId="{F709AAD4-A9EB-4186-88EA-9D3D10BAD85F}">
      <dsp:nvSpPr>
        <dsp:cNvPr id="0" name=""/>
        <dsp:cNvSpPr/>
      </dsp:nvSpPr>
      <dsp:spPr>
        <a:xfrm>
          <a:off x="8180795" y="1459679"/>
          <a:ext cx="258855" cy="3028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180795" y="1520241"/>
        <a:ext cx="181199" cy="181687"/>
      </dsp:txXfrm>
    </dsp:sp>
    <dsp:sp modelId="{B00F87D7-9E7F-4BAE-B409-6C0C48291B75}">
      <dsp:nvSpPr>
        <dsp:cNvPr id="0" name=""/>
        <dsp:cNvSpPr/>
      </dsp:nvSpPr>
      <dsp:spPr>
        <a:xfrm>
          <a:off x="8547099" y="1244781"/>
          <a:ext cx="1221014" cy="732608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Game Engine Case Studies</a:t>
          </a:r>
        </a:p>
      </dsp:txBody>
      <dsp:txXfrm>
        <a:off x="8568556" y="1266238"/>
        <a:ext cx="1178100" cy="689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C2F98-C779-43A3-B606-F5FE45D8997F}">
      <dsp:nvSpPr>
        <dsp:cNvPr id="0" name=""/>
        <dsp:cNvSpPr/>
      </dsp:nvSpPr>
      <dsp:spPr>
        <a:xfrm>
          <a:off x="718499" y="0"/>
          <a:ext cx="8142993" cy="458969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34247-A89B-4ED8-9878-0909142940B1}">
      <dsp:nvSpPr>
        <dsp:cNvPr id="0" name=""/>
        <dsp:cNvSpPr/>
      </dsp:nvSpPr>
      <dsp:spPr>
        <a:xfrm>
          <a:off x="4209" y="1376908"/>
          <a:ext cx="1840686" cy="183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Polygonal Geometry (Scanned or Modeled in Maya</a:t>
          </a:r>
        </a:p>
      </dsp:txBody>
      <dsp:txXfrm>
        <a:off x="93829" y="1466528"/>
        <a:ext cx="1661446" cy="1656637"/>
      </dsp:txXfrm>
    </dsp:sp>
    <dsp:sp modelId="{92E5FF0D-10E0-47EA-B612-38F154166C1C}">
      <dsp:nvSpPr>
        <dsp:cNvPr id="0" name=""/>
        <dsp:cNvSpPr/>
      </dsp:nvSpPr>
      <dsp:spPr>
        <a:xfrm>
          <a:off x="1936931" y="1376908"/>
          <a:ext cx="1840686" cy="183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Rigging (Skinning, Muscles, IK/Joint Setup</a:t>
          </a:r>
        </a:p>
      </dsp:txBody>
      <dsp:txXfrm>
        <a:off x="2026551" y="1466528"/>
        <a:ext cx="1661446" cy="1656637"/>
      </dsp:txXfrm>
    </dsp:sp>
    <dsp:sp modelId="{A309CF2C-14D6-4317-B539-2F31F6C2B1FB}">
      <dsp:nvSpPr>
        <dsp:cNvPr id="0" name=""/>
        <dsp:cNvSpPr/>
      </dsp:nvSpPr>
      <dsp:spPr>
        <a:xfrm>
          <a:off x="3869653" y="1354345"/>
          <a:ext cx="1840686" cy="183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Export to Game Engine</a:t>
          </a:r>
        </a:p>
      </dsp:txBody>
      <dsp:txXfrm>
        <a:off x="3959273" y="1443965"/>
        <a:ext cx="1661446" cy="1656637"/>
      </dsp:txXfrm>
    </dsp:sp>
    <dsp:sp modelId="{655A7DB7-2A45-40EF-A374-CC1576FCDE04}">
      <dsp:nvSpPr>
        <dsp:cNvPr id="0" name=""/>
        <dsp:cNvSpPr/>
      </dsp:nvSpPr>
      <dsp:spPr>
        <a:xfrm>
          <a:off x="5802373" y="1376908"/>
          <a:ext cx="1840686" cy="183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Adjust Muscle/Skinning Parameters</a:t>
          </a:r>
        </a:p>
      </dsp:txBody>
      <dsp:txXfrm>
        <a:off x="5891993" y="1466528"/>
        <a:ext cx="1661446" cy="1656637"/>
      </dsp:txXfrm>
    </dsp:sp>
    <dsp:sp modelId="{92F270F2-E6A3-43FD-B28F-9FCE436B8ECC}">
      <dsp:nvSpPr>
        <dsp:cNvPr id="0" name=""/>
        <dsp:cNvSpPr/>
      </dsp:nvSpPr>
      <dsp:spPr>
        <a:xfrm>
          <a:off x="7735095" y="1376908"/>
          <a:ext cx="1840686" cy="183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Apply Animations Clips (Motion Capture or Keyframed)</a:t>
          </a:r>
        </a:p>
      </dsp:txBody>
      <dsp:txXfrm>
        <a:off x="7824715" y="1466528"/>
        <a:ext cx="1661446" cy="1656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4/28/2019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29C27-AAA8-470D-92FE-57BE00B20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3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DBC6-8DD5-4638-B8BC-C63A633FE3E1}" type="datetime1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5707A-BAD7-4B16-889B-31FF47A88D51}" type="datetime1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B99-49E1-4789-B9E2-498AF910EA8D}" type="datetime1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CDBB-D8F7-4CE0-87E5-7722E9C2C070}" type="datetime1">
              <a:rPr lang="en-US" smtClean="0"/>
              <a:t>4/28/2019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78107-59B5-4925-A842-07FDFD58D56A}" type="datetime1">
              <a:rPr lang="en-US" smtClean="0"/>
              <a:t>4/28/2019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2D56-548C-48E3-A944-2D3414120EEB}" type="datetime1">
              <a:rPr lang="en-US" smtClean="0"/>
              <a:t>4/28/2019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FD48-0BC6-4EEB-A3C1-13290987431E}" type="datetime1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58C4-80B7-4F9D-9D35-88222D1720C3}" type="datetime1">
              <a:rPr lang="en-US" smtClean="0"/>
              <a:t>4/28/2019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0C0-70BA-434F-A8BB-A0AC09ABAD10}" type="datetime1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9E02-A66A-4CA8-B35F-45ED22EF8E6D}" type="datetime1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41F-E6EA-42C7-8935-3930FA83E734}" type="datetime1">
              <a:rPr lang="en-US" smtClean="0"/>
              <a:t>4/28/2019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990863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/>
              <a:t>CS 134 Computer Game Design – 3D Graphics – Introduction to 3D Characters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3565030" y="572590"/>
            <a:ext cx="4798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CS 134 Course Outline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87CBAA9-3AE7-4EB5-B258-099D2A155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0491410"/>
              </p:ext>
            </p:extLst>
          </p:nvPr>
        </p:nvGraphicFramePr>
        <p:xfrm>
          <a:off x="1374710" y="1946988"/>
          <a:ext cx="9768114" cy="3222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1CB47-B354-4FB8-816A-A7C46FA7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197C1A-528A-4D24-A51F-3B25440DFF82}"/>
              </a:ext>
            </a:extLst>
          </p:cNvPr>
          <p:cNvSpPr/>
          <p:nvPr/>
        </p:nvSpPr>
        <p:spPr>
          <a:xfrm>
            <a:off x="9859161" y="2811987"/>
            <a:ext cx="1405450" cy="1589154"/>
          </a:xfrm>
          <a:prstGeom prst="rect">
            <a:avLst/>
          </a:prstGeom>
          <a:solidFill>
            <a:schemeClr val="accent1">
              <a:alpha val="16000"/>
            </a:schemeClr>
          </a:solidFill>
          <a:effectLst>
            <a:outerShdw blurRad="50800" dist="50800" dir="5400000" sx="37000" sy="37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7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5660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Game Engine Case Studies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667897" y="1680371"/>
            <a:ext cx="8856206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0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date, we’ve written most of our own game code in C++ on a fair low-level object-oriented API on OpenGL (OpenFrameworks)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the rest of the course, we will look at a commercial game engine(s) to explore some advanced features found in modern games.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CG characters with Motion Capture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Advanced Lighting/Rendering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– if time permits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400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5523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806148" y="682916"/>
            <a:ext cx="58561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 Basics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661879" y="2209006"/>
            <a:ext cx="5704848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3D Characters for Games and Film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Have an “anatomy” that has some correspondence to their “real” counterparts. They have components like: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Skin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Bones/Skeleton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Joints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Muscles</a:t>
            </a:r>
          </a:p>
          <a:p>
            <a:endParaRPr lang="en-US" sz="2000" dirty="0"/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CEC77-4F70-45E1-A679-49741247C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78" y="1552407"/>
            <a:ext cx="463568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2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691848" y="520642"/>
            <a:ext cx="65179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Skeleton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21157" y="1271855"/>
            <a:ext cx="619066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Skeleton 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Is a hierarchical structure consisting of </a:t>
            </a:r>
            <a:r>
              <a:rPr lang="en-US" sz="2000" dirty="0">
                <a:solidFill>
                  <a:schemeClr val="accent4"/>
                </a:solidFill>
              </a:rPr>
              <a:t>bones</a:t>
            </a:r>
            <a:r>
              <a:rPr lang="en-US" sz="2000" dirty="0"/>
              <a:t> and </a:t>
            </a:r>
            <a:r>
              <a:rPr lang="en-US" sz="2000" dirty="0">
                <a:solidFill>
                  <a:schemeClr val="accent4"/>
                </a:solidFill>
              </a:rPr>
              <a:t>joints</a:t>
            </a:r>
            <a:r>
              <a:rPr lang="en-US" sz="20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Joints provide </a:t>
            </a:r>
            <a:r>
              <a:rPr lang="en-US" sz="2000" dirty="0">
                <a:solidFill>
                  <a:schemeClr val="accent4"/>
                </a:solidFill>
              </a:rPr>
              <a:t>rotations </a:t>
            </a:r>
            <a:r>
              <a:rPr lang="en-US" sz="2000" dirty="0"/>
              <a:t>so that the bones hinge/move with respect to each other.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Demonstration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Joints also have these attributes so that you can control the way the skeleton moves: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Limits – ex: you may want to limit rotation angle of an elbow to 0-180.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Stiffness – provides stiffness or drag coefficients when IK system is active (more later).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Orientation – can change the orientation (local coordinate frame) of the joint.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Degrees of Freedom (DOM) – allowing you to select directions (</a:t>
            </a:r>
            <a:r>
              <a:rPr lang="en-US" sz="2000" dirty="0" err="1"/>
              <a:t>x,y,z</a:t>
            </a:r>
            <a:r>
              <a:rPr lang="en-US" sz="2000" dirty="0"/>
              <a:t>) that joint is permitted to rotate.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254F0E-327D-4BDF-A085-EA349A9A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584" y="1877060"/>
            <a:ext cx="4818347" cy="354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8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691848" y="520642"/>
            <a:ext cx="55900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Skin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412099" y="1847423"/>
            <a:ext cx="6190660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Skin 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character skin is usually a mesh (for games, polygonal).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skin is </a:t>
            </a:r>
            <a:r>
              <a:rPr lang="en-US" sz="2000" dirty="0">
                <a:solidFill>
                  <a:schemeClr val="accent4"/>
                </a:solidFill>
              </a:rPr>
              <a:t>bound</a:t>
            </a:r>
            <a:r>
              <a:rPr lang="en-US" sz="2000" dirty="0"/>
              <a:t> to the skeleton.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When the skeleton moves, the skin is </a:t>
            </a:r>
            <a:r>
              <a:rPr lang="en-US" sz="2000" dirty="0">
                <a:solidFill>
                  <a:schemeClr val="accent4"/>
                </a:solidFill>
              </a:rPr>
              <a:t>deformed</a:t>
            </a:r>
            <a:r>
              <a:rPr lang="en-US" sz="2000" dirty="0"/>
              <a:t> by the skeleton and moves with it.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Demonstration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process of animating character skin using deformations is complex. For games characters, we use a simple “bind skin” method (or smooth skin)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This method is optimized in game engines 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97430-9904-45C8-A91A-56038DB65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759" y="1271855"/>
            <a:ext cx="5168084" cy="473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6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691848" y="520642"/>
            <a:ext cx="7393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Skin Weights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97799" y="1610031"/>
            <a:ext cx="5566670" cy="1055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Skin  Weights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During animation of the skin, each vertex in the mesh is </a:t>
            </a:r>
            <a:r>
              <a:rPr lang="en-US" sz="2000" dirty="0">
                <a:solidFill>
                  <a:schemeClr val="accent4"/>
                </a:solidFill>
              </a:rPr>
              <a:t>displaced or moved</a:t>
            </a:r>
            <a:r>
              <a:rPr lang="en-US" sz="20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direction/magnitude of vertex displacement is </a:t>
            </a:r>
            <a:r>
              <a:rPr lang="en-US" sz="2000" dirty="0">
                <a:solidFill>
                  <a:schemeClr val="accent4"/>
                </a:solidFill>
              </a:rPr>
              <a:t>influenced</a:t>
            </a:r>
            <a:r>
              <a:rPr lang="en-US" sz="2000" dirty="0"/>
              <a:t> by the rotation and movement of the joints/bones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amount of influence can be controlled on a per vertex basis using </a:t>
            </a:r>
            <a:r>
              <a:rPr lang="en-US" sz="2000" dirty="0">
                <a:solidFill>
                  <a:schemeClr val="accent4"/>
                </a:solidFill>
              </a:rPr>
              <a:t>skin weights</a:t>
            </a:r>
            <a:r>
              <a:rPr lang="en-US" sz="20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Skin weights are a value associated with each vertex.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All the weights for a mesh are saved in a </a:t>
            </a:r>
            <a:r>
              <a:rPr lang="en-US" sz="2000" dirty="0">
                <a:solidFill>
                  <a:schemeClr val="accent4"/>
                </a:solidFill>
              </a:rPr>
              <a:t>weight map.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Skin weights can be easily modified by the artist/animator using a </a:t>
            </a:r>
            <a:r>
              <a:rPr lang="en-US" sz="2000" dirty="0">
                <a:solidFill>
                  <a:schemeClr val="accent4"/>
                </a:solidFill>
              </a:rPr>
              <a:t>paint tool</a:t>
            </a:r>
            <a:r>
              <a:rPr lang="en-US" sz="20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Demonstration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5B0F4-7137-47C7-876E-B4863FF69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285" y="1503485"/>
            <a:ext cx="5946916" cy="429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416964" y="652527"/>
            <a:ext cx="86166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Skeletal Animation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764899" y="2177204"/>
            <a:ext cx="556667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Skeletal Animation</a:t>
            </a:r>
            <a:r>
              <a:rPr lang="en-US" sz="24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There are two primary types of character animation with skeletons: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Forward Kinematics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Inverse Kinematics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26276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88448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Forward Kinematics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552866" y="2023270"/>
            <a:ext cx="556667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Forward Kinematics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Is the simplest type of skeletal animation and is what is typically used in games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joint rotations are animated directly over time.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This is analogous to “posing” the character by directly bending all of the joints to the desired position.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1C031-EF3F-4266-8758-E19F6506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732" y="1475110"/>
            <a:ext cx="3966315" cy="462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9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8613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Inverse Kinematics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552866" y="2023270"/>
            <a:ext cx="5566670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Inverse Kinematics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Is a bit more complicated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Requires the use of an IK Solver.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An IK Handle is placed through a chain of joints.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IK Handle can moved/rotated/positioned by the animator.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IK Solver automatically solves for the rotations of the joints in the chain.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Demonstration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Very powerful because it provides the animator with a higher level of control (rather than having to rotate each individual joint).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0D4E13-ABE2-42FC-BD25-3B12C5BD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306" y="1885950"/>
            <a:ext cx="4767732" cy="418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8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88562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 Types of Animation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667897" y="1680371"/>
            <a:ext cx="8856206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Two Primary types of 3D character animation techniques are used in Gaming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Keyframe Animation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An animator sets “key poses” of the character as specific frames.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system interpolates the motion between the key frames.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Motion Capture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motion of a real live actor is captured using  a motion capture system.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data is recorded.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motion is applied to the CGI character.</a:t>
            </a:r>
          </a:p>
          <a:p>
            <a:pPr lvl="2"/>
            <a:endParaRPr lang="en-US" sz="2000" dirty="0"/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19267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88562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 Types of Animation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667897" y="1680371"/>
            <a:ext cx="8856206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Two Primary types of 3D character animation techniques are used in Gaming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Keyframe Animation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An animator sets “key poses” of the character as specific frames.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system interpolates the motion between the key frames.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Motion Capture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motion of a real live actor is captured using  a motion capture system.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data is recorded.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The motion is applied to the CGI character.</a:t>
            </a:r>
          </a:p>
          <a:p>
            <a:pPr lvl="2"/>
            <a:endParaRPr lang="en-US" sz="2000" dirty="0"/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39356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97111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Character Animation:  Game Pipeline (Typical)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DE01F5-8386-4BC7-8F99-57A586891F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3016684"/>
              </p:ext>
            </p:extLst>
          </p:nvPr>
        </p:nvGraphicFramePr>
        <p:xfrm>
          <a:off x="1306004" y="1580225"/>
          <a:ext cx="9579992" cy="4589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7509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795033" y="511925"/>
            <a:ext cx="7370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Unity Animation Tools - </a:t>
            </a:r>
            <a:r>
              <a:rPr lang="en-US" sz="4000" dirty="0" err="1"/>
              <a:t>Mechanim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667897" y="1680371"/>
            <a:ext cx="8856206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0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workflow and setup of animations on humanoid characters.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Animation retargeting - the ability to apply animations from one character model onto another.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Simplified workflow for aligning animation clips.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Convenient preview of animation clips, transitions and interactions between them. This allows animators to work more independently of programmers, prototype and preview their animations before gameplay code is hooked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Management of complex interactions between animations with a visual programming tool.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Animating different body parts with different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400" i="1" dirty="0"/>
              <a:t>Source:  Unity Documentation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/>
              </a:solidFill>
            </a:endParaRP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ym typeface="Wingdings" panose="05000000000000000000" pitchFamily="2" charset="2"/>
            </a:endParaRPr>
          </a:p>
          <a:p>
            <a:pPr lvl="1"/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15718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7605</TotalTime>
  <Words>1012</Words>
  <Application>Microsoft Office PowerPoint</Application>
  <PresentationFormat>Widescreen</PresentationFormat>
  <Paragraphs>313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CS 134 Computer Game Design – 3D Graphics – Introduction to 3D Characters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359</cp:revision>
  <dcterms:created xsi:type="dcterms:W3CDTF">2017-08-23T16:49:40Z</dcterms:created>
  <dcterms:modified xsi:type="dcterms:W3CDTF">2019-04-29T05:06:58Z</dcterms:modified>
</cp:coreProperties>
</file>