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sldIdLst>
    <p:sldId id="256" r:id="rId2"/>
    <p:sldId id="274" r:id="rId3"/>
    <p:sldId id="313" r:id="rId4"/>
    <p:sldId id="295" r:id="rId5"/>
    <p:sldId id="299" r:id="rId6"/>
    <p:sldId id="307" r:id="rId7"/>
    <p:sldId id="300" r:id="rId8"/>
    <p:sldId id="309" r:id="rId9"/>
    <p:sldId id="310" r:id="rId10"/>
    <p:sldId id="311" r:id="rId11"/>
    <p:sldId id="312" r:id="rId12"/>
    <p:sldId id="314" r:id="rId13"/>
    <p:sldId id="317" r:id="rId14"/>
    <p:sldId id="318" r:id="rId15"/>
    <p:sldId id="315" r:id="rId16"/>
    <p:sldId id="316" r:id="rId17"/>
    <p:sldId id="31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8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3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E6C2A8-2747-4294-A578-3E60BC72699C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7F4B5FFF-9ED3-467E-9F08-56224C0F0A7F}">
      <dgm:prSet phldrT="[Text]" custT="1"/>
      <dgm:spPr/>
      <dgm:t>
        <a:bodyPr/>
        <a:lstStyle/>
        <a:p>
          <a:r>
            <a:rPr lang="en-US" sz="1100" dirty="0"/>
            <a:t>Physics and Simulation</a:t>
          </a:r>
        </a:p>
      </dgm:t>
    </dgm:pt>
    <dgm:pt modelId="{C8A8C85B-5DBC-4826-B79B-1827F17A1C87}" type="parTrans" cxnId="{59951FFD-F138-4D68-9127-248155DB05BC}">
      <dgm:prSet/>
      <dgm:spPr/>
      <dgm:t>
        <a:bodyPr/>
        <a:lstStyle/>
        <a:p>
          <a:endParaRPr lang="en-US"/>
        </a:p>
      </dgm:t>
    </dgm:pt>
    <dgm:pt modelId="{7CE53D13-2F1E-4334-8FCF-7819053F807A}" type="sibTrans" cxnId="{59951FFD-F138-4D68-9127-248155DB05BC}">
      <dgm:prSet/>
      <dgm:spPr/>
      <dgm:t>
        <a:bodyPr/>
        <a:lstStyle/>
        <a:p>
          <a:endParaRPr lang="en-US"/>
        </a:p>
      </dgm:t>
    </dgm:pt>
    <dgm:pt modelId="{D4F4622E-522E-42E2-9325-882BA587A43A}">
      <dgm:prSet phldrT="[Text]" custT="1"/>
      <dgm:spPr/>
      <dgm:t>
        <a:bodyPr/>
        <a:lstStyle/>
        <a:p>
          <a:r>
            <a:rPr lang="en-US" sz="1100" dirty="0"/>
            <a:t>3D Game Design</a:t>
          </a:r>
        </a:p>
      </dgm:t>
    </dgm:pt>
    <dgm:pt modelId="{12D438F1-16F0-4289-9C29-07BB8C8DEA4E}" type="parTrans" cxnId="{9B3C77B5-5FC6-4633-9644-197BB5B7C090}">
      <dgm:prSet/>
      <dgm:spPr/>
      <dgm:t>
        <a:bodyPr/>
        <a:lstStyle/>
        <a:p>
          <a:endParaRPr lang="en-US"/>
        </a:p>
      </dgm:t>
    </dgm:pt>
    <dgm:pt modelId="{F2442B81-00C0-4435-B316-F3582779B651}" type="sibTrans" cxnId="{9B3C77B5-5FC6-4633-9644-197BB5B7C090}">
      <dgm:prSet/>
      <dgm:spPr/>
      <dgm:t>
        <a:bodyPr/>
        <a:lstStyle/>
        <a:p>
          <a:endParaRPr lang="en-US"/>
        </a:p>
      </dgm:t>
    </dgm:pt>
    <dgm:pt modelId="{5018D890-AAFD-472E-9302-54A99927D2F2}">
      <dgm:prSet phldrT="[Text]" custT="1"/>
      <dgm:spPr/>
      <dgm:t>
        <a:bodyPr/>
        <a:lstStyle/>
        <a:p>
          <a:r>
            <a:rPr lang="en-US" sz="1100" dirty="0"/>
            <a:t>Game Engine Development (UE4)</a:t>
          </a:r>
        </a:p>
      </dgm:t>
    </dgm:pt>
    <dgm:pt modelId="{C68B5517-D6E9-4E6C-9F66-1ECAE0112F55}" type="parTrans" cxnId="{E791144E-EF76-402C-9A5E-4A713FB35D0B}">
      <dgm:prSet/>
      <dgm:spPr/>
      <dgm:t>
        <a:bodyPr/>
        <a:lstStyle/>
        <a:p>
          <a:endParaRPr lang="en-US"/>
        </a:p>
      </dgm:t>
    </dgm:pt>
    <dgm:pt modelId="{75B7678E-C7D0-4C36-8814-68FB15AA7C15}" type="sibTrans" cxnId="{E791144E-EF76-402C-9A5E-4A713FB35D0B}">
      <dgm:prSet/>
      <dgm:spPr/>
      <dgm:t>
        <a:bodyPr/>
        <a:lstStyle/>
        <a:p>
          <a:endParaRPr lang="en-US"/>
        </a:p>
      </dgm:t>
    </dgm:pt>
    <dgm:pt modelId="{028A8B19-4191-4E76-9454-D83DBC41B6F4}">
      <dgm:prSet phldrT="[Text]" custT="1"/>
      <dgm:spPr/>
      <dgm:t>
        <a:bodyPr/>
        <a:lstStyle/>
        <a:p>
          <a:r>
            <a:rPr lang="en-US" sz="1100" dirty="0"/>
            <a:t>Team Project</a:t>
          </a:r>
        </a:p>
      </dgm:t>
    </dgm:pt>
    <dgm:pt modelId="{DF0BABC2-F8A9-42CD-A0F1-ADFF9CFA12E7}" type="parTrans" cxnId="{99DC17BD-EA48-409D-8014-D4F4A34E2DB2}">
      <dgm:prSet/>
      <dgm:spPr/>
      <dgm:t>
        <a:bodyPr/>
        <a:lstStyle/>
        <a:p>
          <a:endParaRPr lang="en-US"/>
        </a:p>
      </dgm:t>
    </dgm:pt>
    <dgm:pt modelId="{D8184D79-403A-484F-A3B2-E8AFE6EAB0DE}" type="sibTrans" cxnId="{99DC17BD-EA48-409D-8014-D4F4A34E2DB2}">
      <dgm:prSet/>
      <dgm:spPr/>
      <dgm:t>
        <a:bodyPr/>
        <a:lstStyle/>
        <a:p>
          <a:endParaRPr lang="en-US"/>
        </a:p>
      </dgm:t>
    </dgm:pt>
    <dgm:pt modelId="{629C9996-1516-4DD1-93F0-210EC0081A28}">
      <dgm:prSet phldrT="[Text]" custT="1"/>
      <dgm:spPr/>
      <dgm:t>
        <a:bodyPr/>
        <a:lstStyle/>
        <a:p>
          <a:r>
            <a:rPr lang="en-US" sz="1100" dirty="0"/>
            <a:t>2D Game Design</a:t>
          </a:r>
        </a:p>
      </dgm:t>
    </dgm:pt>
    <dgm:pt modelId="{BC85CDFF-CF68-43B6-9065-A20E84409B67}" type="sibTrans" cxnId="{1C5903B3-06E9-477C-BAAF-FE6A078B705F}">
      <dgm:prSet/>
      <dgm:spPr/>
      <dgm:t>
        <a:bodyPr/>
        <a:lstStyle/>
        <a:p>
          <a:endParaRPr lang="en-US"/>
        </a:p>
      </dgm:t>
    </dgm:pt>
    <dgm:pt modelId="{EDB9C1ED-567D-413B-8E5D-7BBB68CF638E}" type="parTrans" cxnId="{1C5903B3-06E9-477C-BAAF-FE6A078B705F}">
      <dgm:prSet/>
      <dgm:spPr/>
      <dgm:t>
        <a:bodyPr/>
        <a:lstStyle/>
        <a:p>
          <a:endParaRPr lang="en-US"/>
        </a:p>
      </dgm:t>
    </dgm:pt>
    <dgm:pt modelId="{7E787B9E-F68A-4726-AD47-A41529D72F7A}">
      <dgm:prSet phldrT="[Text]" custT="1"/>
      <dgm:spPr/>
      <dgm:t>
        <a:bodyPr/>
        <a:lstStyle/>
        <a:p>
          <a:r>
            <a:rPr lang="en-US" sz="1100" dirty="0"/>
            <a:t>Introduction to Game Engines</a:t>
          </a:r>
        </a:p>
      </dgm:t>
    </dgm:pt>
    <dgm:pt modelId="{20A36317-A207-4A58-B8F2-9C7A040AEAC2}" type="sibTrans" cxnId="{43B89582-B31F-4149-8680-7DF2F5ACBFFF}">
      <dgm:prSet/>
      <dgm:spPr/>
      <dgm:t>
        <a:bodyPr/>
        <a:lstStyle/>
        <a:p>
          <a:endParaRPr lang="en-US"/>
        </a:p>
      </dgm:t>
    </dgm:pt>
    <dgm:pt modelId="{131A7A07-DA4A-469D-B68E-6F212B635694}" type="parTrans" cxnId="{43B89582-B31F-4149-8680-7DF2F5ACBFFF}">
      <dgm:prSet/>
      <dgm:spPr/>
      <dgm:t>
        <a:bodyPr/>
        <a:lstStyle/>
        <a:p>
          <a:endParaRPr lang="en-US"/>
        </a:p>
      </dgm:t>
    </dgm:pt>
    <dgm:pt modelId="{EE241DB9-664A-4755-BD9A-A47EB96DD90E}" type="pres">
      <dgm:prSet presAssocID="{D1E6C2A8-2747-4294-A578-3E60BC72699C}" presName="Name0" presStyleCnt="0">
        <dgm:presLayoutVars>
          <dgm:dir/>
          <dgm:resizeHandles val="exact"/>
        </dgm:presLayoutVars>
      </dgm:prSet>
      <dgm:spPr/>
    </dgm:pt>
    <dgm:pt modelId="{98610125-610F-4440-81CC-D81E7A28C4B6}" type="pres">
      <dgm:prSet presAssocID="{7E787B9E-F68A-4726-AD47-A41529D72F7A}" presName="node" presStyleLbl="node1" presStyleIdx="0" presStyleCnt="6">
        <dgm:presLayoutVars>
          <dgm:bulletEnabled val="1"/>
        </dgm:presLayoutVars>
      </dgm:prSet>
      <dgm:spPr/>
    </dgm:pt>
    <dgm:pt modelId="{10F89025-5263-4F54-A62C-3353C3189BAB}" type="pres">
      <dgm:prSet presAssocID="{20A36317-A207-4A58-B8F2-9C7A040AEAC2}" presName="sibTrans" presStyleLbl="sibTrans2D1" presStyleIdx="0" presStyleCnt="5"/>
      <dgm:spPr/>
    </dgm:pt>
    <dgm:pt modelId="{A0AB54E4-A336-4934-AACD-A2A8D60C157A}" type="pres">
      <dgm:prSet presAssocID="{20A36317-A207-4A58-B8F2-9C7A040AEAC2}" presName="connectorText" presStyleLbl="sibTrans2D1" presStyleIdx="0" presStyleCnt="5"/>
      <dgm:spPr/>
    </dgm:pt>
    <dgm:pt modelId="{77A6D4E2-F93D-46CA-AC6C-C7A1C1E347E3}" type="pres">
      <dgm:prSet presAssocID="{629C9996-1516-4DD1-93F0-210EC0081A28}" presName="node" presStyleLbl="node1" presStyleIdx="1" presStyleCnt="6">
        <dgm:presLayoutVars>
          <dgm:bulletEnabled val="1"/>
        </dgm:presLayoutVars>
      </dgm:prSet>
      <dgm:spPr/>
    </dgm:pt>
    <dgm:pt modelId="{F5F18F9E-6630-4259-9DFB-993D7969FA98}" type="pres">
      <dgm:prSet presAssocID="{BC85CDFF-CF68-43B6-9065-A20E84409B67}" presName="sibTrans" presStyleLbl="sibTrans2D1" presStyleIdx="1" presStyleCnt="5"/>
      <dgm:spPr/>
    </dgm:pt>
    <dgm:pt modelId="{AE995AEC-51BE-4AE1-9901-273464BC5FD7}" type="pres">
      <dgm:prSet presAssocID="{BC85CDFF-CF68-43B6-9065-A20E84409B67}" presName="connectorText" presStyleLbl="sibTrans2D1" presStyleIdx="1" presStyleCnt="5"/>
      <dgm:spPr/>
    </dgm:pt>
    <dgm:pt modelId="{48713530-359F-4B24-AD8E-90F5CA1E5B8A}" type="pres">
      <dgm:prSet presAssocID="{7F4B5FFF-9ED3-467E-9F08-56224C0F0A7F}" presName="node" presStyleLbl="node1" presStyleIdx="2" presStyleCnt="6">
        <dgm:presLayoutVars>
          <dgm:bulletEnabled val="1"/>
        </dgm:presLayoutVars>
      </dgm:prSet>
      <dgm:spPr/>
    </dgm:pt>
    <dgm:pt modelId="{00191EE8-DED7-4FD3-90EA-E6EDEBC6E0E2}" type="pres">
      <dgm:prSet presAssocID="{7CE53D13-2F1E-4334-8FCF-7819053F807A}" presName="sibTrans" presStyleLbl="sibTrans2D1" presStyleIdx="2" presStyleCnt="5"/>
      <dgm:spPr/>
    </dgm:pt>
    <dgm:pt modelId="{C2749609-6B32-41C5-9D20-70B086BA6C75}" type="pres">
      <dgm:prSet presAssocID="{7CE53D13-2F1E-4334-8FCF-7819053F807A}" presName="connectorText" presStyleLbl="sibTrans2D1" presStyleIdx="2" presStyleCnt="5"/>
      <dgm:spPr/>
    </dgm:pt>
    <dgm:pt modelId="{D6E9322D-7193-4E11-99DF-55341D827C99}" type="pres">
      <dgm:prSet presAssocID="{D4F4622E-522E-42E2-9325-882BA587A43A}" presName="node" presStyleLbl="node1" presStyleIdx="3" presStyleCnt="6">
        <dgm:presLayoutVars>
          <dgm:bulletEnabled val="1"/>
        </dgm:presLayoutVars>
      </dgm:prSet>
      <dgm:spPr/>
    </dgm:pt>
    <dgm:pt modelId="{20F28471-F34B-4756-9517-8F3AE9BAB6F8}" type="pres">
      <dgm:prSet presAssocID="{F2442B81-00C0-4435-B316-F3582779B651}" presName="sibTrans" presStyleLbl="sibTrans2D1" presStyleIdx="3" presStyleCnt="5"/>
      <dgm:spPr/>
    </dgm:pt>
    <dgm:pt modelId="{729AA94F-516C-49C1-B401-25B4BBC4C87C}" type="pres">
      <dgm:prSet presAssocID="{F2442B81-00C0-4435-B316-F3582779B651}" presName="connectorText" presStyleLbl="sibTrans2D1" presStyleIdx="3" presStyleCnt="5"/>
      <dgm:spPr/>
    </dgm:pt>
    <dgm:pt modelId="{A9D034FE-9DDE-4F35-892B-9063091DF9E6}" type="pres">
      <dgm:prSet presAssocID="{5018D890-AAFD-472E-9302-54A99927D2F2}" presName="node" presStyleLbl="node1" presStyleIdx="4" presStyleCnt="6">
        <dgm:presLayoutVars>
          <dgm:bulletEnabled val="1"/>
        </dgm:presLayoutVars>
      </dgm:prSet>
      <dgm:spPr/>
    </dgm:pt>
    <dgm:pt modelId="{F709AAD4-A9EB-4186-88EA-9D3D10BAD85F}" type="pres">
      <dgm:prSet presAssocID="{75B7678E-C7D0-4C36-8814-68FB15AA7C15}" presName="sibTrans" presStyleLbl="sibTrans2D1" presStyleIdx="4" presStyleCnt="5"/>
      <dgm:spPr/>
    </dgm:pt>
    <dgm:pt modelId="{10CC3819-6135-4BBA-A380-2EF33B1D6B2E}" type="pres">
      <dgm:prSet presAssocID="{75B7678E-C7D0-4C36-8814-68FB15AA7C15}" presName="connectorText" presStyleLbl="sibTrans2D1" presStyleIdx="4" presStyleCnt="5"/>
      <dgm:spPr/>
    </dgm:pt>
    <dgm:pt modelId="{B00F87D7-9E7F-4BAE-B409-6C0C48291B75}" type="pres">
      <dgm:prSet presAssocID="{028A8B19-4191-4E76-9454-D83DBC41B6F4}" presName="node" presStyleLbl="node1" presStyleIdx="5" presStyleCnt="6">
        <dgm:presLayoutVars>
          <dgm:bulletEnabled val="1"/>
        </dgm:presLayoutVars>
      </dgm:prSet>
      <dgm:spPr/>
    </dgm:pt>
  </dgm:ptLst>
  <dgm:cxnLst>
    <dgm:cxn modelId="{0FAD7C00-9515-42C1-8889-692E99739B1D}" type="presOf" srcId="{7CE53D13-2F1E-4334-8FCF-7819053F807A}" destId="{00191EE8-DED7-4FD3-90EA-E6EDEBC6E0E2}" srcOrd="0" destOrd="0" presId="urn:microsoft.com/office/officeart/2005/8/layout/process1"/>
    <dgm:cxn modelId="{38130F02-ED4C-4534-858A-EEC006413E5D}" type="presOf" srcId="{629C9996-1516-4DD1-93F0-210EC0081A28}" destId="{77A6D4E2-F93D-46CA-AC6C-C7A1C1E347E3}" srcOrd="0" destOrd="0" presId="urn:microsoft.com/office/officeart/2005/8/layout/process1"/>
    <dgm:cxn modelId="{97A4D207-126B-4A30-9CDC-D8A900EDB80B}" type="presOf" srcId="{75B7678E-C7D0-4C36-8814-68FB15AA7C15}" destId="{10CC3819-6135-4BBA-A380-2EF33B1D6B2E}" srcOrd="1" destOrd="0" presId="urn:microsoft.com/office/officeart/2005/8/layout/process1"/>
    <dgm:cxn modelId="{FD6FBE2B-B8C9-4CE7-829A-13E356681BB6}" type="presOf" srcId="{F2442B81-00C0-4435-B316-F3582779B651}" destId="{20F28471-F34B-4756-9517-8F3AE9BAB6F8}" srcOrd="0" destOrd="0" presId="urn:microsoft.com/office/officeart/2005/8/layout/process1"/>
    <dgm:cxn modelId="{E775FF2C-0089-4C18-AAB9-E18412CF5B0B}" type="presOf" srcId="{BC85CDFF-CF68-43B6-9065-A20E84409B67}" destId="{F5F18F9E-6630-4259-9DFB-993D7969FA98}" srcOrd="0" destOrd="0" presId="urn:microsoft.com/office/officeart/2005/8/layout/process1"/>
    <dgm:cxn modelId="{F1864F3F-078C-4EF2-A234-6459774A7495}" type="presOf" srcId="{D4F4622E-522E-42E2-9325-882BA587A43A}" destId="{D6E9322D-7193-4E11-99DF-55341D827C99}" srcOrd="0" destOrd="0" presId="urn:microsoft.com/office/officeart/2005/8/layout/process1"/>
    <dgm:cxn modelId="{F061DE67-415E-480B-BD1A-6FE6FBE9B91D}" type="presOf" srcId="{7F4B5FFF-9ED3-467E-9F08-56224C0F0A7F}" destId="{48713530-359F-4B24-AD8E-90F5CA1E5B8A}" srcOrd="0" destOrd="0" presId="urn:microsoft.com/office/officeart/2005/8/layout/process1"/>
    <dgm:cxn modelId="{E791144E-EF76-402C-9A5E-4A713FB35D0B}" srcId="{D1E6C2A8-2747-4294-A578-3E60BC72699C}" destId="{5018D890-AAFD-472E-9302-54A99927D2F2}" srcOrd="4" destOrd="0" parTransId="{C68B5517-D6E9-4E6C-9F66-1ECAE0112F55}" sibTransId="{75B7678E-C7D0-4C36-8814-68FB15AA7C15}"/>
    <dgm:cxn modelId="{6D144672-D7C8-4E24-B5A9-313829689552}" type="presOf" srcId="{5018D890-AAFD-472E-9302-54A99927D2F2}" destId="{A9D034FE-9DDE-4F35-892B-9063091DF9E6}" srcOrd="0" destOrd="0" presId="urn:microsoft.com/office/officeart/2005/8/layout/process1"/>
    <dgm:cxn modelId="{D1417059-D349-4183-BAB9-137E81344DF4}" type="presOf" srcId="{75B7678E-C7D0-4C36-8814-68FB15AA7C15}" destId="{F709AAD4-A9EB-4186-88EA-9D3D10BAD85F}" srcOrd="0" destOrd="0" presId="urn:microsoft.com/office/officeart/2005/8/layout/process1"/>
    <dgm:cxn modelId="{D26D4A7A-69F6-49B8-80AD-10EE754C7276}" type="presOf" srcId="{BC85CDFF-CF68-43B6-9065-A20E84409B67}" destId="{AE995AEC-51BE-4AE1-9901-273464BC5FD7}" srcOrd="1" destOrd="0" presId="urn:microsoft.com/office/officeart/2005/8/layout/process1"/>
    <dgm:cxn modelId="{43B89582-B31F-4149-8680-7DF2F5ACBFFF}" srcId="{D1E6C2A8-2747-4294-A578-3E60BC72699C}" destId="{7E787B9E-F68A-4726-AD47-A41529D72F7A}" srcOrd="0" destOrd="0" parTransId="{131A7A07-DA4A-469D-B68E-6F212B635694}" sibTransId="{20A36317-A207-4A58-B8F2-9C7A040AEAC2}"/>
    <dgm:cxn modelId="{C3865392-7FEE-4C29-B07C-5179D9E4B558}" type="presOf" srcId="{7CE53D13-2F1E-4334-8FCF-7819053F807A}" destId="{C2749609-6B32-41C5-9D20-70B086BA6C75}" srcOrd="1" destOrd="0" presId="urn:microsoft.com/office/officeart/2005/8/layout/process1"/>
    <dgm:cxn modelId="{6D36BDAF-49F0-49F1-A1F4-5FE8CED45AED}" type="presOf" srcId="{7E787B9E-F68A-4726-AD47-A41529D72F7A}" destId="{98610125-610F-4440-81CC-D81E7A28C4B6}" srcOrd="0" destOrd="0" presId="urn:microsoft.com/office/officeart/2005/8/layout/process1"/>
    <dgm:cxn modelId="{1C5903B3-06E9-477C-BAAF-FE6A078B705F}" srcId="{D1E6C2A8-2747-4294-A578-3E60BC72699C}" destId="{629C9996-1516-4DD1-93F0-210EC0081A28}" srcOrd="1" destOrd="0" parTransId="{EDB9C1ED-567D-413B-8E5D-7BBB68CF638E}" sibTransId="{BC85CDFF-CF68-43B6-9065-A20E84409B67}"/>
    <dgm:cxn modelId="{9B3C77B5-5FC6-4633-9644-197BB5B7C090}" srcId="{D1E6C2A8-2747-4294-A578-3E60BC72699C}" destId="{D4F4622E-522E-42E2-9325-882BA587A43A}" srcOrd="3" destOrd="0" parTransId="{12D438F1-16F0-4289-9C29-07BB8C8DEA4E}" sibTransId="{F2442B81-00C0-4435-B316-F3582779B651}"/>
    <dgm:cxn modelId="{99DC17BD-EA48-409D-8014-D4F4A34E2DB2}" srcId="{D1E6C2A8-2747-4294-A578-3E60BC72699C}" destId="{028A8B19-4191-4E76-9454-D83DBC41B6F4}" srcOrd="5" destOrd="0" parTransId="{DF0BABC2-F8A9-42CD-A0F1-ADFF9CFA12E7}" sibTransId="{D8184D79-403A-484F-A3B2-E8AFE6EAB0DE}"/>
    <dgm:cxn modelId="{66A9E0D2-602B-4FD9-A9FF-6E9B691503B2}" type="presOf" srcId="{028A8B19-4191-4E76-9454-D83DBC41B6F4}" destId="{B00F87D7-9E7F-4BAE-B409-6C0C48291B75}" srcOrd="0" destOrd="0" presId="urn:microsoft.com/office/officeart/2005/8/layout/process1"/>
    <dgm:cxn modelId="{8AF961D8-ED52-4747-93B1-9DDDEC16D787}" type="presOf" srcId="{20A36317-A207-4A58-B8F2-9C7A040AEAC2}" destId="{10F89025-5263-4F54-A62C-3353C3189BAB}" srcOrd="0" destOrd="0" presId="urn:microsoft.com/office/officeart/2005/8/layout/process1"/>
    <dgm:cxn modelId="{924CE9E8-1BC6-4054-944C-F553F103F0C2}" type="presOf" srcId="{D1E6C2A8-2747-4294-A578-3E60BC72699C}" destId="{EE241DB9-664A-4755-BD9A-A47EB96DD90E}" srcOrd="0" destOrd="0" presId="urn:microsoft.com/office/officeart/2005/8/layout/process1"/>
    <dgm:cxn modelId="{AF3EF2EA-CC0B-4909-BF69-F81F38D58DFD}" type="presOf" srcId="{20A36317-A207-4A58-B8F2-9C7A040AEAC2}" destId="{A0AB54E4-A336-4934-AACD-A2A8D60C157A}" srcOrd="1" destOrd="0" presId="urn:microsoft.com/office/officeart/2005/8/layout/process1"/>
    <dgm:cxn modelId="{CB8EA2F1-00F7-41CF-8BA7-00543129BDC0}" type="presOf" srcId="{F2442B81-00C0-4435-B316-F3582779B651}" destId="{729AA94F-516C-49C1-B401-25B4BBC4C87C}" srcOrd="1" destOrd="0" presId="urn:microsoft.com/office/officeart/2005/8/layout/process1"/>
    <dgm:cxn modelId="{59951FFD-F138-4D68-9127-248155DB05BC}" srcId="{D1E6C2A8-2747-4294-A578-3E60BC72699C}" destId="{7F4B5FFF-9ED3-467E-9F08-56224C0F0A7F}" srcOrd="2" destOrd="0" parTransId="{C8A8C85B-5DBC-4826-B79B-1827F17A1C87}" sibTransId="{7CE53D13-2F1E-4334-8FCF-7819053F807A}"/>
    <dgm:cxn modelId="{67687466-2CC7-4219-ACBC-C682EF01AD53}" type="presParOf" srcId="{EE241DB9-664A-4755-BD9A-A47EB96DD90E}" destId="{98610125-610F-4440-81CC-D81E7A28C4B6}" srcOrd="0" destOrd="0" presId="urn:microsoft.com/office/officeart/2005/8/layout/process1"/>
    <dgm:cxn modelId="{067B4648-9F28-4B8E-9BA9-1D0D3D61B3D0}" type="presParOf" srcId="{EE241DB9-664A-4755-BD9A-A47EB96DD90E}" destId="{10F89025-5263-4F54-A62C-3353C3189BAB}" srcOrd="1" destOrd="0" presId="urn:microsoft.com/office/officeart/2005/8/layout/process1"/>
    <dgm:cxn modelId="{E8CC6C95-2DC5-471C-AE26-415E1939504E}" type="presParOf" srcId="{10F89025-5263-4F54-A62C-3353C3189BAB}" destId="{A0AB54E4-A336-4934-AACD-A2A8D60C157A}" srcOrd="0" destOrd="0" presId="urn:microsoft.com/office/officeart/2005/8/layout/process1"/>
    <dgm:cxn modelId="{FA878378-E582-4EB8-B772-DC8DD469F1B1}" type="presParOf" srcId="{EE241DB9-664A-4755-BD9A-A47EB96DD90E}" destId="{77A6D4E2-F93D-46CA-AC6C-C7A1C1E347E3}" srcOrd="2" destOrd="0" presId="urn:microsoft.com/office/officeart/2005/8/layout/process1"/>
    <dgm:cxn modelId="{7559F5CC-05C1-4085-9C57-F1D7ED95701E}" type="presParOf" srcId="{EE241DB9-664A-4755-BD9A-A47EB96DD90E}" destId="{F5F18F9E-6630-4259-9DFB-993D7969FA98}" srcOrd="3" destOrd="0" presId="urn:microsoft.com/office/officeart/2005/8/layout/process1"/>
    <dgm:cxn modelId="{C40299B4-D8CE-452E-B887-416BFB580C54}" type="presParOf" srcId="{F5F18F9E-6630-4259-9DFB-993D7969FA98}" destId="{AE995AEC-51BE-4AE1-9901-273464BC5FD7}" srcOrd="0" destOrd="0" presId="urn:microsoft.com/office/officeart/2005/8/layout/process1"/>
    <dgm:cxn modelId="{EBA963BB-40F9-47DA-82A7-40E6A5445369}" type="presParOf" srcId="{EE241DB9-664A-4755-BD9A-A47EB96DD90E}" destId="{48713530-359F-4B24-AD8E-90F5CA1E5B8A}" srcOrd="4" destOrd="0" presId="urn:microsoft.com/office/officeart/2005/8/layout/process1"/>
    <dgm:cxn modelId="{B9F6EE1C-849D-4D02-B0B8-ACA39867AB20}" type="presParOf" srcId="{EE241DB9-664A-4755-BD9A-A47EB96DD90E}" destId="{00191EE8-DED7-4FD3-90EA-E6EDEBC6E0E2}" srcOrd="5" destOrd="0" presId="urn:microsoft.com/office/officeart/2005/8/layout/process1"/>
    <dgm:cxn modelId="{8B07C9AD-79B2-440C-BD6C-A72583E2D314}" type="presParOf" srcId="{00191EE8-DED7-4FD3-90EA-E6EDEBC6E0E2}" destId="{C2749609-6B32-41C5-9D20-70B086BA6C75}" srcOrd="0" destOrd="0" presId="urn:microsoft.com/office/officeart/2005/8/layout/process1"/>
    <dgm:cxn modelId="{E4D9C973-9995-46DA-ABD7-D518472829EA}" type="presParOf" srcId="{EE241DB9-664A-4755-BD9A-A47EB96DD90E}" destId="{D6E9322D-7193-4E11-99DF-55341D827C99}" srcOrd="6" destOrd="0" presId="urn:microsoft.com/office/officeart/2005/8/layout/process1"/>
    <dgm:cxn modelId="{E16E5F45-6543-4DF4-A9EF-424240AA8897}" type="presParOf" srcId="{EE241DB9-664A-4755-BD9A-A47EB96DD90E}" destId="{20F28471-F34B-4756-9517-8F3AE9BAB6F8}" srcOrd="7" destOrd="0" presId="urn:microsoft.com/office/officeart/2005/8/layout/process1"/>
    <dgm:cxn modelId="{E176BDC8-3F6B-4CFD-BA8C-AC1AA40E3C5F}" type="presParOf" srcId="{20F28471-F34B-4756-9517-8F3AE9BAB6F8}" destId="{729AA94F-516C-49C1-B401-25B4BBC4C87C}" srcOrd="0" destOrd="0" presId="urn:microsoft.com/office/officeart/2005/8/layout/process1"/>
    <dgm:cxn modelId="{5193AEB9-F065-42FB-BBE6-8EFDEC981F9C}" type="presParOf" srcId="{EE241DB9-664A-4755-BD9A-A47EB96DD90E}" destId="{A9D034FE-9DDE-4F35-892B-9063091DF9E6}" srcOrd="8" destOrd="0" presId="urn:microsoft.com/office/officeart/2005/8/layout/process1"/>
    <dgm:cxn modelId="{9AD46F83-4762-4EB4-ADFF-C268AFF97BEB}" type="presParOf" srcId="{EE241DB9-664A-4755-BD9A-A47EB96DD90E}" destId="{F709AAD4-A9EB-4186-88EA-9D3D10BAD85F}" srcOrd="9" destOrd="0" presId="urn:microsoft.com/office/officeart/2005/8/layout/process1"/>
    <dgm:cxn modelId="{A5E85BCC-7085-4DC7-8007-BDC467554287}" type="presParOf" srcId="{F709AAD4-A9EB-4186-88EA-9D3D10BAD85F}" destId="{10CC3819-6135-4BBA-A380-2EF33B1D6B2E}" srcOrd="0" destOrd="0" presId="urn:microsoft.com/office/officeart/2005/8/layout/process1"/>
    <dgm:cxn modelId="{796D8A67-91D2-4146-A37D-03BDF60D13D3}" type="presParOf" srcId="{EE241DB9-664A-4755-BD9A-A47EB96DD90E}" destId="{B00F87D7-9E7F-4BAE-B409-6C0C48291B7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0125-610F-4440-81CC-D81E7A28C4B6}">
      <dsp:nvSpPr>
        <dsp:cNvPr id="0" name=""/>
        <dsp:cNvSpPr/>
      </dsp:nvSpPr>
      <dsp:spPr>
        <a:xfrm>
          <a:off x="0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Introduction to Game Engines</a:t>
          </a:r>
        </a:p>
      </dsp:txBody>
      <dsp:txXfrm>
        <a:off x="21457" y="1266238"/>
        <a:ext cx="1178100" cy="689694"/>
      </dsp:txXfrm>
    </dsp:sp>
    <dsp:sp modelId="{10F89025-5263-4F54-A62C-3353C3189BAB}">
      <dsp:nvSpPr>
        <dsp:cNvPr id="0" name=""/>
        <dsp:cNvSpPr/>
      </dsp:nvSpPr>
      <dsp:spPr>
        <a:xfrm>
          <a:off x="134311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343115" y="1520241"/>
        <a:ext cx="181199" cy="181687"/>
      </dsp:txXfrm>
    </dsp:sp>
    <dsp:sp modelId="{77A6D4E2-F93D-46CA-AC6C-C7A1C1E347E3}">
      <dsp:nvSpPr>
        <dsp:cNvPr id="0" name=""/>
        <dsp:cNvSpPr/>
      </dsp:nvSpPr>
      <dsp:spPr>
        <a:xfrm>
          <a:off x="170941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2D Game Design</a:t>
          </a:r>
        </a:p>
      </dsp:txBody>
      <dsp:txXfrm>
        <a:off x="1730876" y="1266238"/>
        <a:ext cx="1178100" cy="689694"/>
      </dsp:txXfrm>
    </dsp:sp>
    <dsp:sp modelId="{F5F18F9E-6630-4259-9DFB-993D7969FA98}">
      <dsp:nvSpPr>
        <dsp:cNvPr id="0" name=""/>
        <dsp:cNvSpPr/>
      </dsp:nvSpPr>
      <dsp:spPr>
        <a:xfrm>
          <a:off x="305253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052535" y="1520241"/>
        <a:ext cx="181199" cy="181687"/>
      </dsp:txXfrm>
    </dsp:sp>
    <dsp:sp modelId="{48713530-359F-4B24-AD8E-90F5CA1E5B8A}">
      <dsp:nvSpPr>
        <dsp:cNvPr id="0" name=""/>
        <dsp:cNvSpPr/>
      </dsp:nvSpPr>
      <dsp:spPr>
        <a:xfrm>
          <a:off x="341883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Physics and Simulation</a:t>
          </a:r>
        </a:p>
      </dsp:txBody>
      <dsp:txXfrm>
        <a:off x="3440296" y="1266238"/>
        <a:ext cx="1178100" cy="689694"/>
      </dsp:txXfrm>
    </dsp:sp>
    <dsp:sp modelId="{00191EE8-DED7-4FD3-90EA-E6EDEBC6E0E2}">
      <dsp:nvSpPr>
        <dsp:cNvPr id="0" name=""/>
        <dsp:cNvSpPr/>
      </dsp:nvSpPr>
      <dsp:spPr>
        <a:xfrm>
          <a:off x="476195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761955" y="1520241"/>
        <a:ext cx="181199" cy="181687"/>
      </dsp:txXfrm>
    </dsp:sp>
    <dsp:sp modelId="{D6E9322D-7193-4E11-99DF-55341D827C99}">
      <dsp:nvSpPr>
        <dsp:cNvPr id="0" name=""/>
        <dsp:cNvSpPr/>
      </dsp:nvSpPr>
      <dsp:spPr>
        <a:xfrm>
          <a:off x="512825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3D Game Design</a:t>
          </a:r>
        </a:p>
      </dsp:txBody>
      <dsp:txXfrm>
        <a:off x="5149716" y="1266238"/>
        <a:ext cx="1178100" cy="689694"/>
      </dsp:txXfrm>
    </dsp:sp>
    <dsp:sp modelId="{20F28471-F34B-4756-9517-8F3AE9BAB6F8}">
      <dsp:nvSpPr>
        <dsp:cNvPr id="0" name=""/>
        <dsp:cNvSpPr/>
      </dsp:nvSpPr>
      <dsp:spPr>
        <a:xfrm>
          <a:off x="647137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71375" y="1520241"/>
        <a:ext cx="181199" cy="181687"/>
      </dsp:txXfrm>
    </dsp:sp>
    <dsp:sp modelId="{A9D034FE-9DDE-4F35-892B-9063091DF9E6}">
      <dsp:nvSpPr>
        <dsp:cNvPr id="0" name=""/>
        <dsp:cNvSpPr/>
      </dsp:nvSpPr>
      <dsp:spPr>
        <a:xfrm>
          <a:off x="683767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Game Engine Development (UE4)</a:t>
          </a:r>
        </a:p>
      </dsp:txBody>
      <dsp:txXfrm>
        <a:off x="6859136" y="1266238"/>
        <a:ext cx="1178100" cy="689694"/>
      </dsp:txXfrm>
    </dsp:sp>
    <dsp:sp modelId="{F709AAD4-A9EB-4186-88EA-9D3D10BAD85F}">
      <dsp:nvSpPr>
        <dsp:cNvPr id="0" name=""/>
        <dsp:cNvSpPr/>
      </dsp:nvSpPr>
      <dsp:spPr>
        <a:xfrm>
          <a:off x="818079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180795" y="1520241"/>
        <a:ext cx="181199" cy="181687"/>
      </dsp:txXfrm>
    </dsp:sp>
    <dsp:sp modelId="{B00F87D7-9E7F-4BAE-B409-6C0C48291B75}">
      <dsp:nvSpPr>
        <dsp:cNvPr id="0" name=""/>
        <dsp:cNvSpPr/>
      </dsp:nvSpPr>
      <dsp:spPr>
        <a:xfrm>
          <a:off x="854709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Team Project</a:t>
          </a:r>
        </a:p>
      </dsp:txBody>
      <dsp:txXfrm>
        <a:off x="8568556" y="1266238"/>
        <a:ext cx="1178100" cy="689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29C27-AAA8-470D-92FE-57BE00B20D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64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FD92-5C28-4DC6-81DB-5A68BA7EBC93}" type="datetime1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D00-8098-4A9B-B4A5-9A66C7D1317A}" type="datetime1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44B9-B08F-4DA1-ACDE-CD01C9904901}" type="datetime1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3B77-6302-4483-AF5B-A33F83BA44B0}" type="datetime1">
              <a:rPr lang="en-US" smtClean="0"/>
              <a:t>3/16/2021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6C3-F8E0-4FE0-91E2-288A042D5907}" type="datetime1">
              <a:rPr lang="en-US" smtClean="0"/>
              <a:t>3/16/2021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540-7B40-4BB4-846E-2968CB26C7FB}" type="datetime1">
              <a:rPr lang="en-US" smtClean="0"/>
              <a:t>3/16/2021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4FA3-D183-4229-9125-D4C2C3F2F29C}" type="datetime1">
              <a:rPr lang="en-US" smtClean="0"/>
              <a:t>3/16/2021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36C1-38B2-4531-A2ED-289F8D719C97}" type="datetime1">
              <a:rPr lang="en-US" smtClean="0"/>
              <a:t>3/16/2021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30A5-A361-4861-A529-30991D4B67EB}" type="datetime1">
              <a:rPr lang="en-US" smtClean="0"/>
              <a:t>3/16/2021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D95A6-FBBB-457F-BC2F-84487D193BC5}" type="datetime1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1209-11D7-4112-B3B0-B5FF3960E31D}" type="datetime1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5CB5-5376-4B05-B033-DAE5282DD0BC}" type="datetime1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1">
            <a:extLst>
              <a:ext uri="{FF2B5EF4-FFF2-40B4-BE49-F238E27FC236}">
                <a16:creationId xmlns:a16="http://schemas.microsoft.com/office/drawing/2014/main" id="{343ADA3E-BE07-4F26-9361-F12F5F5F31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4EAB7026-E0C0-4521-B56A-B6CC4A6325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10F3B50B-55C6-4818-B05E-24E5EED190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6405753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173103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565030" y="572590"/>
            <a:ext cx="4798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CS 134 Course Outline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87CBAA9-3AE7-4EB5-B258-099D2A155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4031633"/>
              </p:ext>
            </p:extLst>
          </p:nvPr>
        </p:nvGraphicFramePr>
        <p:xfrm>
          <a:off x="1374710" y="1946988"/>
          <a:ext cx="9768114" cy="3222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BBFEFC1-FA58-438E-9082-B0FAB6FDEA50}"/>
              </a:ext>
            </a:extLst>
          </p:cNvPr>
          <p:cNvSpPr/>
          <p:nvPr/>
        </p:nvSpPr>
        <p:spPr>
          <a:xfrm>
            <a:off x="4690550" y="2830608"/>
            <a:ext cx="1405450" cy="1589154"/>
          </a:xfrm>
          <a:prstGeom prst="rect">
            <a:avLst/>
          </a:prstGeom>
          <a:solidFill>
            <a:schemeClr val="accent1">
              <a:alpha val="16000"/>
            </a:schemeClr>
          </a:solidFill>
          <a:effectLst>
            <a:outerShdw blurRad="50800" dist="50800" dir="5400000" sx="37000" sy="37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1CB47-B354-4FB8-816A-A7C46FA7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67155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3121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Mid-Term Exam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701793" y="975567"/>
            <a:ext cx="863504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Code Development Problem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Focus will be on physics/animation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Important:  Understand Particle Physics – know emitters, particles, forces (code examples) inside out.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Will be due 48 hours after midnight of day it is handed </a:t>
            </a:r>
            <a:r>
              <a:rPr lang="en-US" sz="2400" dirty="0" err="1"/>
              <a:t>hout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 is independent – not a group exercise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234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526068" y="2452049"/>
            <a:ext cx="5656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Quick Review From Last 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778479" y="1143999"/>
            <a:ext cx="863504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95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5444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System Architecture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863504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Particle System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 cloud of particles and all the operations you can do on them.   (A “cloud” is a set of one or more particles)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Emitter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object that emits a cloud of particles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There are different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We need an interface to add new types of forces to particles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571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5444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System Architecture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863504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Particle System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 cloud of particles and all the operations you can do on them.   (A “cloud” is a set of one or more particles)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Emitter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object that emits a cloud of particles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There are different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We need an interface to add new types of forces to particles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Ex: Wind, turbulence etc.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70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3799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Basic Emitter Types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 descr="A picture containing object&#10;&#10;Description generated with high confidence">
            <a:extLst>
              <a:ext uri="{FF2B5EF4-FFF2-40B4-BE49-F238E27FC236}">
                <a16:creationId xmlns:a16="http://schemas.microsoft.com/office/drawing/2014/main" id="{5D6A31DB-CDB1-426D-8D25-2797C56A2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616" y="1410254"/>
            <a:ext cx="6629400" cy="44733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DC38DE-6AC3-452E-9B82-3F6A5354C8BD}"/>
              </a:ext>
            </a:extLst>
          </p:cNvPr>
          <p:cNvSpPr txBox="1"/>
          <p:nvPr/>
        </p:nvSpPr>
        <p:spPr>
          <a:xfrm>
            <a:off x="273591" y="1117798"/>
            <a:ext cx="5114025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Emitter Types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Different types of emitters release particles in different patterns.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emitter controls this by setting: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Initial position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Initial velocity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Using these parameters for each particle, an emitter can control the release geometry.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5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2927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Effects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F324D-4F95-476C-BACC-517B381DD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855" y="1476374"/>
            <a:ext cx="6219307" cy="448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24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2927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Effects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FACAD-A5EB-4C2C-9FCC-B8DD4E6A9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7" y="1366837"/>
            <a:ext cx="98012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0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2927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 Effects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9E0573-B8A0-4378-BFF3-A4F11085E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1345648"/>
            <a:ext cx="7810499" cy="431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35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7567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Particles Effects in Real-Time for Games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8635041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do we create a simulated particle effect such as an explosion in real-time 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Needs lots of particles (10-20K)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Needs to create them very fast  - particle grouping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Radial emitters can emit particles in a radial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Need forces to provide motion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Radial forces provide radial distribution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Forces have to be impulse type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=&gt; Large amount of force applied in a very short duration.</a:t>
            </a:r>
          </a:p>
          <a:p>
            <a:pPr lvl="1"/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44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7567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Particles Effects in Real-Time for Games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863504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Grouping (or sometimes Clustering)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At 1/60 second framerate, if we create one new particle each frame, we only create 60 particles/second. 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Not enough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We add a </a:t>
            </a:r>
            <a:r>
              <a:rPr lang="en-US" sz="2400" i="1" dirty="0" err="1"/>
              <a:t>groupSize</a:t>
            </a:r>
            <a:r>
              <a:rPr lang="en-US" sz="2400" i="1" dirty="0"/>
              <a:t> </a:t>
            </a:r>
            <a:r>
              <a:rPr lang="en-US" sz="2400" dirty="0"/>
              <a:t>element to our emitter that we can chance.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So we are able to create as many particles as we want (system performance limited) at each frame.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422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7567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Particles Effects in Real-Time for Games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9218756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Radial Emission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We want particles to be rapidly distributed in a radial pattern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For each particle emitted, set it’s initial velocity by: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a randomized direction  vector for the particle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dir</a:t>
            </a:r>
            <a:r>
              <a:rPr lang="en-US" sz="2400" dirty="0"/>
              <a:t> =  </a:t>
            </a:r>
            <a:r>
              <a:rPr lang="en-US" sz="2000" dirty="0"/>
              <a:t>ofVec3f(</a:t>
            </a:r>
            <a:r>
              <a:rPr lang="en-US" sz="2000" dirty="0" err="1"/>
              <a:t>ofRandom</a:t>
            </a:r>
            <a:r>
              <a:rPr lang="en-US" sz="2000" dirty="0"/>
              <a:t>(-1,1), </a:t>
            </a:r>
            <a:r>
              <a:rPr lang="en-US" sz="2000" dirty="0" err="1"/>
              <a:t>ofRandom</a:t>
            </a:r>
            <a:r>
              <a:rPr lang="en-US" sz="2000" dirty="0"/>
              <a:t>(-1,1), </a:t>
            </a:r>
            <a:r>
              <a:rPr lang="en-US" sz="2000" dirty="0" err="1"/>
              <a:t>ofRandom</a:t>
            </a:r>
            <a:r>
              <a:rPr lang="en-US" sz="2000" dirty="0"/>
              <a:t>(-1,1))</a:t>
            </a:r>
            <a:endParaRPr lang="en-US" sz="24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Compute speed  (how ?)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US" sz="2400" dirty="0"/>
              <a:t>Magnitude of initial velocity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New velocity = speed * </a:t>
            </a:r>
            <a:r>
              <a:rPr lang="en-US" sz="2400" dirty="0" err="1"/>
              <a:t>dir</a:t>
            </a:r>
            <a:r>
              <a:rPr lang="en-US" sz="2400" dirty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 each particle has a new initial velocity with same speed but in a random direction pointing radially outward from emitter.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7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7567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Particles Effects in Real-Time for Games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905249" y="1241796"/>
            <a:ext cx="467288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Radial Emission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Some additional  techniques to add interest: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Add some randomness to speed (within a margin)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Add some randomness to the lifespan of the particles (within a margin)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1D125A9-4C7C-4B45-A5DA-D95B1E2BE935}"/>
              </a:ext>
            </a:extLst>
          </p:cNvPr>
          <p:cNvSpPr/>
          <p:nvPr/>
        </p:nvSpPr>
        <p:spPr>
          <a:xfrm>
            <a:off x="8229600" y="3492137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E4CA36-9BAF-4A15-AB47-2DE7E6D7A8B0}"/>
              </a:ext>
            </a:extLst>
          </p:cNvPr>
          <p:cNvCxnSpPr>
            <a:cxnSpLocks/>
          </p:cNvCxnSpPr>
          <p:nvPr/>
        </p:nvCxnSpPr>
        <p:spPr>
          <a:xfrm flipH="1" flipV="1">
            <a:off x="7785463" y="2908663"/>
            <a:ext cx="627017" cy="766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79BB68-8722-49C4-B2A6-E94C60B69C6F}"/>
              </a:ext>
            </a:extLst>
          </p:cNvPr>
          <p:cNvCxnSpPr>
            <a:cxnSpLocks/>
            <a:stCxn id="3" idx="7"/>
          </p:cNvCxnSpPr>
          <p:nvPr/>
        </p:nvCxnSpPr>
        <p:spPr>
          <a:xfrm flipV="1">
            <a:off x="8541796" y="2943497"/>
            <a:ext cx="706707" cy="602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4A6A71-481A-4875-A1D3-21EBC38A94BE}"/>
              </a:ext>
            </a:extLst>
          </p:cNvPr>
          <p:cNvCxnSpPr>
            <a:cxnSpLocks/>
          </p:cNvCxnSpPr>
          <p:nvPr/>
        </p:nvCxnSpPr>
        <p:spPr>
          <a:xfrm flipH="1">
            <a:off x="8186057" y="3820021"/>
            <a:ext cx="18288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132C10-8286-4C05-9402-AD1824FCDABD}"/>
              </a:ext>
            </a:extLst>
          </p:cNvPr>
          <p:cNvCxnSpPr>
            <a:stCxn id="3" idx="1"/>
          </p:cNvCxnSpPr>
          <p:nvPr/>
        </p:nvCxnSpPr>
        <p:spPr>
          <a:xfrm>
            <a:off x="8334103" y="3545701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BB1C67BB-D977-4B80-9E0D-C570BBFE6505}"/>
              </a:ext>
            </a:extLst>
          </p:cNvPr>
          <p:cNvSpPr/>
          <p:nvPr/>
        </p:nvSpPr>
        <p:spPr>
          <a:xfrm>
            <a:off x="9290733" y="2769325"/>
            <a:ext cx="174172" cy="17417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E1A3D5-57CB-4C03-BD88-3DF45BFF8C84}"/>
              </a:ext>
            </a:extLst>
          </p:cNvPr>
          <p:cNvSpPr/>
          <p:nvPr/>
        </p:nvSpPr>
        <p:spPr>
          <a:xfrm>
            <a:off x="7602583" y="2682239"/>
            <a:ext cx="174172" cy="17417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4CBE44B-0034-4E6F-A8C1-32BFC1177FB1}"/>
              </a:ext>
            </a:extLst>
          </p:cNvPr>
          <p:cNvSpPr/>
          <p:nvPr/>
        </p:nvSpPr>
        <p:spPr>
          <a:xfrm>
            <a:off x="8066314" y="4792339"/>
            <a:ext cx="174172" cy="17417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EEFF3A1-9F15-4ED2-A096-64627F3C0DCC}"/>
              </a:ext>
            </a:extLst>
          </p:cNvPr>
          <p:cNvSpPr/>
          <p:nvPr/>
        </p:nvSpPr>
        <p:spPr>
          <a:xfrm>
            <a:off x="9290733" y="4460101"/>
            <a:ext cx="174172" cy="17417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C0ED69-B840-4A75-ADC2-CAAA9F0830D1}"/>
              </a:ext>
            </a:extLst>
          </p:cNvPr>
          <p:cNvSpPr txBox="1"/>
          <p:nvPr/>
        </p:nvSpPr>
        <p:spPr>
          <a:xfrm>
            <a:off x="7593267" y="2329259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Particle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DB167F-310B-40A8-84F4-5B768AF695BB}"/>
              </a:ext>
            </a:extLst>
          </p:cNvPr>
          <p:cNvSpPr txBox="1"/>
          <p:nvPr/>
        </p:nvSpPr>
        <p:spPr>
          <a:xfrm>
            <a:off x="8595360" y="3492137"/>
            <a:ext cx="930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Emitter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022074-40EC-48D4-9239-10230EC2AD70}"/>
              </a:ext>
            </a:extLst>
          </p:cNvPr>
          <p:cNvSpPr txBox="1"/>
          <p:nvPr/>
        </p:nvSpPr>
        <p:spPr>
          <a:xfrm>
            <a:off x="9795798" y="1670561"/>
            <a:ext cx="1589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Velocity Vector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31C4771-9BF0-4168-B60F-88ABF8C8D6E1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8987246" y="1855226"/>
            <a:ext cx="808552" cy="13020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725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7567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Particles Effects in Real-Time for Games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658250" y="1102578"/>
            <a:ext cx="9218756" cy="855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Radial Impulse Forces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Another	 technique that can be used effectively is an </a:t>
            </a:r>
            <a:r>
              <a:rPr lang="en-US" sz="2400" dirty="0">
                <a:solidFill>
                  <a:schemeClr val="accent2"/>
                </a:solidFill>
              </a:rPr>
              <a:t>impulse force </a:t>
            </a:r>
            <a:r>
              <a:rPr lang="en-US" sz="2400" dirty="0"/>
              <a:t>applied to all particles emitted.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Force is applied only once, not every step (impulse)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For each particle emitted (applied ONCE):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a randomized direction  vector for the particle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dir</a:t>
            </a:r>
            <a:r>
              <a:rPr lang="en-US" sz="2400" dirty="0"/>
              <a:t> =  </a:t>
            </a:r>
            <a:r>
              <a:rPr lang="en-US" sz="2000" dirty="0"/>
              <a:t>ofVec3f(</a:t>
            </a:r>
            <a:r>
              <a:rPr lang="en-US" sz="2000" dirty="0" err="1"/>
              <a:t>ofRandom</a:t>
            </a:r>
            <a:r>
              <a:rPr lang="en-US" sz="2000" dirty="0"/>
              <a:t>(-1,1), </a:t>
            </a:r>
            <a:r>
              <a:rPr lang="en-US" sz="2000" dirty="0" err="1"/>
              <a:t>ofRandom</a:t>
            </a:r>
            <a:r>
              <a:rPr lang="en-US" sz="2000" dirty="0"/>
              <a:t>(-1,1), </a:t>
            </a:r>
            <a:r>
              <a:rPr lang="en-US" sz="2000" dirty="0" err="1"/>
              <a:t>ofRandom</a:t>
            </a:r>
            <a:r>
              <a:rPr lang="en-US" sz="2000" dirty="0"/>
              <a:t>(-1,1))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Magnitude is an input to Force equation.</a:t>
            </a:r>
            <a:endParaRPr lang="en-US" sz="28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Particle force + = magnitude * </a:t>
            </a:r>
            <a:r>
              <a:rPr lang="en-US" sz="2400" dirty="0" err="1"/>
              <a:t>dir</a:t>
            </a:r>
            <a:r>
              <a:rPr lang="en-US" sz="2400" dirty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 each particle has an impulse force which is applied at integration step.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564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7567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Particles Effects in Real-Time for Games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071577" y="849910"/>
            <a:ext cx="4672881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Radial Impulse Force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Some additional  techniques to add interest: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Add some randomness to magnitude (within a margin)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Add control to distribution pattern (ex: limit “y” component to produce more of a “ring” distribution.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Add some randomness to lifespan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1D125A9-4C7C-4B45-A5DA-D95B1E2BE935}"/>
              </a:ext>
            </a:extLst>
          </p:cNvPr>
          <p:cNvSpPr/>
          <p:nvPr/>
        </p:nvSpPr>
        <p:spPr>
          <a:xfrm>
            <a:off x="8229600" y="3492137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E4CA36-9BAF-4A15-AB47-2DE7E6D7A8B0}"/>
              </a:ext>
            </a:extLst>
          </p:cNvPr>
          <p:cNvCxnSpPr>
            <a:cxnSpLocks/>
          </p:cNvCxnSpPr>
          <p:nvPr/>
        </p:nvCxnSpPr>
        <p:spPr>
          <a:xfrm flipH="1" flipV="1">
            <a:off x="7785463" y="2908663"/>
            <a:ext cx="627017" cy="766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79BB68-8722-49C4-B2A6-E94C60B69C6F}"/>
              </a:ext>
            </a:extLst>
          </p:cNvPr>
          <p:cNvCxnSpPr>
            <a:cxnSpLocks/>
            <a:stCxn id="3" idx="7"/>
          </p:cNvCxnSpPr>
          <p:nvPr/>
        </p:nvCxnSpPr>
        <p:spPr>
          <a:xfrm flipV="1">
            <a:off x="8541796" y="2943497"/>
            <a:ext cx="706707" cy="602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4A6A71-481A-4875-A1D3-21EBC38A94BE}"/>
              </a:ext>
            </a:extLst>
          </p:cNvPr>
          <p:cNvCxnSpPr>
            <a:cxnSpLocks/>
          </p:cNvCxnSpPr>
          <p:nvPr/>
        </p:nvCxnSpPr>
        <p:spPr>
          <a:xfrm flipH="1">
            <a:off x="8186057" y="3820021"/>
            <a:ext cx="18288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132C10-8286-4C05-9402-AD1824FCDABD}"/>
              </a:ext>
            </a:extLst>
          </p:cNvPr>
          <p:cNvCxnSpPr>
            <a:stCxn id="3" idx="1"/>
          </p:cNvCxnSpPr>
          <p:nvPr/>
        </p:nvCxnSpPr>
        <p:spPr>
          <a:xfrm>
            <a:off x="8334103" y="3545701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BB1C67BB-D977-4B80-9E0D-C570BBFE6505}"/>
              </a:ext>
            </a:extLst>
          </p:cNvPr>
          <p:cNvSpPr/>
          <p:nvPr/>
        </p:nvSpPr>
        <p:spPr>
          <a:xfrm>
            <a:off x="9290733" y="2769325"/>
            <a:ext cx="174172" cy="17417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E1A3D5-57CB-4C03-BD88-3DF45BFF8C84}"/>
              </a:ext>
            </a:extLst>
          </p:cNvPr>
          <p:cNvSpPr/>
          <p:nvPr/>
        </p:nvSpPr>
        <p:spPr>
          <a:xfrm>
            <a:off x="7602583" y="2682239"/>
            <a:ext cx="174172" cy="17417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4CBE44B-0034-4E6F-A8C1-32BFC1177FB1}"/>
              </a:ext>
            </a:extLst>
          </p:cNvPr>
          <p:cNvSpPr/>
          <p:nvPr/>
        </p:nvSpPr>
        <p:spPr>
          <a:xfrm>
            <a:off x="8066314" y="4792339"/>
            <a:ext cx="174172" cy="17417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EEFF3A1-9F15-4ED2-A096-64627F3C0DCC}"/>
              </a:ext>
            </a:extLst>
          </p:cNvPr>
          <p:cNvSpPr/>
          <p:nvPr/>
        </p:nvSpPr>
        <p:spPr>
          <a:xfrm>
            <a:off x="9290733" y="4460101"/>
            <a:ext cx="174172" cy="17417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C0ED69-B840-4A75-ADC2-CAAA9F0830D1}"/>
              </a:ext>
            </a:extLst>
          </p:cNvPr>
          <p:cNvSpPr txBox="1"/>
          <p:nvPr/>
        </p:nvSpPr>
        <p:spPr>
          <a:xfrm>
            <a:off x="7593267" y="2329259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Particle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DB167F-310B-40A8-84F4-5B768AF695BB}"/>
              </a:ext>
            </a:extLst>
          </p:cNvPr>
          <p:cNvSpPr txBox="1"/>
          <p:nvPr/>
        </p:nvSpPr>
        <p:spPr>
          <a:xfrm>
            <a:off x="8595360" y="3492137"/>
            <a:ext cx="930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Emitter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022074-40EC-48D4-9239-10230EC2AD70}"/>
              </a:ext>
            </a:extLst>
          </p:cNvPr>
          <p:cNvSpPr txBox="1"/>
          <p:nvPr/>
        </p:nvSpPr>
        <p:spPr>
          <a:xfrm>
            <a:off x="9795798" y="1670561"/>
            <a:ext cx="1361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Force Vector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31C4771-9BF0-4168-B60F-88ABF8C8D6E1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8987246" y="1855227"/>
            <a:ext cx="808552" cy="13020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754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14421" y="329236"/>
            <a:ext cx="3634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In-Class Workshop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E79908-AFDD-4778-8DAF-50591C3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CBBA6-3D6E-4193-A526-C1CC6FA761FF}"/>
              </a:ext>
            </a:extLst>
          </p:cNvPr>
          <p:cNvSpPr txBox="1"/>
          <p:nvPr/>
        </p:nvSpPr>
        <p:spPr>
          <a:xfrm>
            <a:off x="1071577" y="545110"/>
            <a:ext cx="9282914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Example Code Provided in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an explosion effect with two (2) emitters </a:t>
            </a:r>
            <a:r>
              <a:rPr lang="en-US" sz="2400" dirty="0">
                <a:solidFill>
                  <a:schemeClr val="accent2"/>
                </a:solidFill>
              </a:rPr>
              <a:t>triggered at the same time.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First emitter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a radial distribution in all directions (sphere like)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Second emitter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ring distribution using Radial Force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Suggestions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Experiment with sliders to modify/add randomness/variance to various parameters (you may have to extend my classes to get access)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Experiment with gravity – maybe first emitter has rising particles and second emitter has zero gravity.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Make a movie and hand in code  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12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1259</TotalTime>
  <Words>932</Words>
  <Application>Microsoft Office PowerPoint</Application>
  <PresentationFormat>Widescreen</PresentationFormat>
  <Paragraphs>184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CS 134 Computer Game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149</cp:revision>
  <dcterms:created xsi:type="dcterms:W3CDTF">2017-08-23T16:49:40Z</dcterms:created>
  <dcterms:modified xsi:type="dcterms:W3CDTF">2021-03-16T16:34:06Z</dcterms:modified>
</cp:coreProperties>
</file>