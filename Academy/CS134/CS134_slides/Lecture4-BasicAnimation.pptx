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65" r:id="rId3"/>
    <p:sldId id="266" r:id="rId4"/>
    <p:sldId id="267" r:id="rId5"/>
    <p:sldId id="268" r:id="rId6"/>
    <p:sldId id="271" r:id="rId7"/>
    <p:sldId id="272" r:id="rId8"/>
    <p:sldId id="273" r:id="rId9"/>
    <p:sldId id="269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4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1D0-34BE-4845-BD1C-8062E5BF352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9F90BAB-F5F5-4B13-AA16-F093EF55EF7E}" type="slidenum">
              <a:t>9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6CC88-5B6E-42A2-858A-96F55DA5A9D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AFC36-0C38-4EF6-A93B-AF02B968FF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7669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2/13/2018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2/13/2018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2/13/2018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Sj0lajQBr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inter%27s_algorith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inter%27s_algorith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285647" y="617698"/>
            <a:ext cx="9788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Anatomy of a Vintage Arcade “Shooter” Game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picture containing outdoor, object&#10;&#10;Description generated with high confidence">
            <a:extLst>
              <a:ext uri="{FF2B5EF4-FFF2-40B4-BE49-F238E27FC236}">
                <a16:creationId xmlns:a16="http://schemas.microsoft.com/office/drawing/2014/main" id="{C5300795-9069-4440-9C5F-A930E1977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928" y="1525285"/>
            <a:ext cx="2600811" cy="4625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99004" y="2661057"/>
            <a:ext cx="8127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Movable turret for firing “weapon”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Stream of  “missiles” fired individually or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Enemy targets attach in various formations and patterns of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Generally, gameplay proceeds through more complex levels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90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1126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Game Engine Elements of Vintage Arcade “Shooter” Game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65679" y="2452681"/>
            <a:ext cx="81272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move control gun/turret with mouse/touch/keyboard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Enemy targets need to be created and destroyed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provide animation for Enemy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Enemy targets can be animated along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Missiles are animated as they move toward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sprites to represent player and enemy (various)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effects  (when target is hit)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Sound (background music, missile firing and 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 - mostly “heads-up” display on scoring/level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State  (what state is the game in ?  -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Details – startup and end screens (images)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AEA9E3DF-72A1-4CA7-A256-39520FD21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002" y="1563421"/>
            <a:ext cx="2811446" cy="500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5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8649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are the basic animation requirements 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65679" y="2452681"/>
            <a:ext cx="81272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move control gun/turret with mouse/touch/keyboard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Enemy targets can be animated along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Missiles are animated as they move toward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sprites to represent player and enemy (various)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effects  (when target is hit)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objects move over a background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some games, the backgrounds scroll (pan) – more later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level (2D game) – a background and player/object configuration</a:t>
            </a:r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AEA9E3DF-72A1-4CA7-A256-39520FD21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002" y="1563421"/>
            <a:ext cx="2811446" cy="500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7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2496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Frame Rates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119646" y="1580226"/>
            <a:ext cx="81272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During animation (which includes player movement) the “scene” (includes player, background, animated objects) is re-drawn at the game </a:t>
            </a:r>
            <a:r>
              <a:rPr lang="en-US" sz="2000" b="1" dirty="0"/>
              <a:t>frame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our purposes the default is 60 fps (frames per second) or 60 Hz.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OpenFrameworks allows you to set frame rate with </a:t>
            </a:r>
            <a:r>
              <a:rPr lang="en-US" sz="2000" dirty="0" err="1"/>
              <a:t>ofSetFrameRate</a:t>
            </a:r>
            <a:r>
              <a:rPr lang="en-US" sz="2000" dirty="0"/>
              <a:t>() (default is 60).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Program attempts to run at specified frame rate if it can.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can cause frames to “drop”  (</a:t>
            </a:r>
            <a:r>
              <a:rPr lang="en-US" sz="2000" dirty="0" err="1"/>
              <a:t>ie</a:t>
            </a:r>
            <a:r>
              <a:rPr lang="en-US" sz="2000" dirty="0"/>
              <a:t> not keep up)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Scene too complex and takes longer to draw than 1/60 second.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Latency in other parts of the system (calculations, physics, user input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frames drop, we need to know when last frame was actually completed, so that we can adjust accordingly (more later).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Frame dropping will likely not be a problem for this example game.</a:t>
            </a:r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2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2131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Animation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119646" y="1580226"/>
            <a:ext cx="81272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Animation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dirty="0"/>
              <a:t>Animation involves drawing an object repeatedly over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Draw per frame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Position may change over each frame to animate movement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Shape may change over each time to deform character/object.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Flipbook: </a:t>
            </a:r>
            <a:r>
              <a:rPr lang="en-US" sz="2000" dirty="0">
                <a:hlinkClick r:id="rId3"/>
              </a:rPr>
              <a:t>https://www.youtube.com/watch?v=CSj0lajQBrM</a:t>
            </a: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The more the change in position per frame, the faster the character will appear to move.</a:t>
            </a:r>
          </a:p>
          <a:p>
            <a:pPr lvl="2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53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009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Drawing Layers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119646" y="1580226"/>
            <a:ext cx="812722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Animations is typically drawn in </a:t>
            </a:r>
            <a:r>
              <a:rPr lang="en-US" sz="2000" b="1" dirty="0"/>
              <a:t>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our game, we will have 3 basic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Background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Scene (Players, Enemies, Missiles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 Interface (Overlay text for scoring and other game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game window is drawn from background to foreground – background, scene and UI – in that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method is called “The Painter’s Algorithm”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https://en.wikipedia.org/wiki/Painter%27s_algorithm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86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6922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Painters Algorithm (from Wikipedia)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119646" y="1580226"/>
            <a:ext cx="812722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https://en.wikipedia.org/wiki/Painter%27s_algorithm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6A006-0546-4F4E-B3D7-975D7AE1A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408" y="2634470"/>
            <a:ext cx="8985089" cy="226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4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2B55A9-6B1D-44F3-9C39-600D4A08C7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1662" y="1604515"/>
            <a:ext cx="6207930" cy="1771767"/>
          </a:xfrm>
        </p:spPr>
        <p:txBody>
          <a:bodyPr wrap="square">
            <a:spAutoFit/>
          </a:bodyPr>
          <a:lstStyle/>
          <a:p>
            <a:pPr lvl="0"/>
            <a:r>
              <a:rPr lang="fi-FI" dirty="0"/>
              <a:t>Assume 60 fps redraw</a:t>
            </a:r>
          </a:p>
          <a:p>
            <a:pPr lvl="0"/>
            <a:r>
              <a:rPr lang="fi-FI" dirty="0"/>
              <a:t>Example: How to animate motion so that I move from start to end in 5 seconds 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E1AB9C-E7BA-47C8-8970-CD3BD78748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Recall Problem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C5983638-39E2-4F36-8156-A56265FD8CC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569592" y="1604515"/>
            <a:ext cx="3272060" cy="4526148"/>
          </a:xfrm>
        </p:spPr>
      </p:pic>
    </p:spTree>
    <p:extLst>
      <p:ext uri="{BB962C8B-B14F-4D97-AF65-F5344CB8AC3E}">
        <p14:creationId xmlns:p14="http://schemas.microsoft.com/office/powerpoint/2010/main" val="120327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4163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Lets look at the Math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119646" y="1831896"/>
            <a:ext cx="81272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Assume that the distance we want to travel from start to end is 600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Assume our frame rate is 60 fps.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want to traverse it in 5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the speed required in  pixels per second (pixel/sec)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600 pixels/ 5 sec = 120 pixels/sec;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our scene is drawn 60 times per second, how many pixels do I need to move in 1/60 sec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120 pixels/sec * 1/60 sec = 2 pixels per refresh.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 Animation Demo in OpenFrameworks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42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</TotalTime>
  <Words>782</Words>
  <Application>Microsoft Office PowerPoint</Application>
  <PresentationFormat>Widescreen</PresentationFormat>
  <Paragraphs>86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 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55</cp:revision>
  <dcterms:created xsi:type="dcterms:W3CDTF">2017-08-23T16:49:40Z</dcterms:created>
  <dcterms:modified xsi:type="dcterms:W3CDTF">2018-02-13T20:15:51Z</dcterms:modified>
</cp:coreProperties>
</file>