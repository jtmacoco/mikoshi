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395" r:id="rId2"/>
    <p:sldId id="416" r:id="rId3"/>
    <p:sldId id="417" r:id="rId4"/>
    <p:sldId id="418" r:id="rId5"/>
    <p:sldId id="419" r:id="rId6"/>
    <p:sldId id="42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5137" autoAdjust="0"/>
  </p:normalViewPr>
  <p:slideViewPr>
    <p:cSldViewPr snapToGrid="0">
      <p:cViewPr>
        <p:scale>
          <a:sx n="119" d="100"/>
          <a:sy n="119" d="100"/>
        </p:scale>
        <p:origin x="13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12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A14B-7D29-4273-9A4B-3D987F69C975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ADBC6-8DD5-4638-B8BC-C63A633FE3E1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5707A-BAD7-4B16-889B-31FF47A88D51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B99-49E1-4789-B9E2-498AF910EA8D}" type="datetime1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CDBB-D8F7-4CE0-87E5-7722E9C2C070}" type="datetime1">
              <a:rPr lang="en-US" smtClean="0"/>
              <a:t>12/1/2021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78107-59B5-4925-A842-07FDFD58D56A}" type="datetime1">
              <a:rPr lang="en-US" smtClean="0"/>
              <a:t>12/1/2021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2D56-548C-48E3-A944-2D3414120EEB}" type="datetime1">
              <a:rPr lang="en-US" smtClean="0"/>
              <a:t>12/1/2021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FD48-0BC6-4EEB-A3C1-13290987431E}" type="datetime1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58C4-80B7-4F9D-9D35-88222D1720C3}" type="datetime1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0C0-70BA-434F-A8BB-A0AC09ABAD10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79E02-A66A-4CA8-B35F-45ED22EF8E6D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F241F-E6EA-42C7-8935-3930FA83E734}" type="datetime1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9908637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 – 3D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400754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804526" y="729823"/>
            <a:ext cx="28296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Collisions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226415" y="2191175"/>
            <a:ext cx="88154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000" dirty="0"/>
              <a:t>There are two processes we need to support collision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Collision Detection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Detect which parts of object(s) will intersect each other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Sometimes called “the contact point(s)”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Collision Resolution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What to do to resolve the collision ?</a:t>
            </a:r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93883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5703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Collisions - Intersection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226415" y="2191175"/>
            <a:ext cx="8815464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000" dirty="0"/>
              <a:t>How to we determine contact points for an object A colliding with object B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At each frame, we could do a search for points in object A that are near object B.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For small simple objects, that might be OK.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For more complex/realistic scenes (like the Mars ground plane), that would take </a:t>
            </a:r>
            <a:r>
              <a:rPr lang="en-US" dirty="0">
                <a:solidFill>
                  <a:schemeClr val="accent6"/>
                </a:solidFill>
              </a:rPr>
              <a:t>way too much time.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EX: Mars geometry has about 210,000 vertices, so we need to do distance calculations on all these points (multiplied by points in our object).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How can we optimize that 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Spatial Partitioning – we will use Octrees as our example.</a:t>
            </a:r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77412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369415" y="442868"/>
            <a:ext cx="5703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Collisions - Intersection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91437" y="1919327"/>
            <a:ext cx="5224709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000" dirty="0"/>
              <a:t>For Octree Partitioning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Very similar to ray trace selection, we will do a “hierarchical search” on the geometry by calculating if points on our object A comes close enough (or is inside) a box in object B containing points.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a point in B is within an pre-determined “epsilon” distance of our object A, we deem them to be “in contact”.</a:t>
            </a:r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D5069A-6C23-4DDC-8157-E50BCF146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732" y="1804086"/>
            <a:ext cx="5427718" cy="35503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8ABB1E-A3E0-4355-B73A-303A5C302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448807" y="1443027"/>
            <a:ext cx="860055" cy="70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9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91837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Collisions – Intersection Test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337626" y="1715440"/>
            <a:ext cx="8815464" cy="849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000" dirty="0"/>
              <a:t>Starting Conditions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Object A – is in a bounding Box  (has 4 points, one for each corner)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Object B -  is in an Octree  ( &lt; 25 points per leaf box – as an example)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Object A/B are moving relative to each other with known velocities.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Algorithm (to find closes point of contact)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For each point in A,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Search Octree in Object B for a box that either contains the point (or is within a given distance, epsilon of point.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Recursively traverse tree until we find a “leaf” box that meets same criteria.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Search points in the leaf box to find the nearest point.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This is marked as the “contact” point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Store all contact points and their distances for each point in A that intersects </a:t>
            </a:r>
          </a:p>
          <a:p>
            <a:pPr lvl="1"/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15619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7395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Collisions – Collision Resolution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61691" y="1394966"/>
            <a:ext cx="4903433" cy="1092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Once we know a collision occurs, we can generate an “Impulse Force” to act on the object.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An Impulse Force is a reactive force that occurs over a very short time frame.  In this case, it is force we produce in just one timestep (or one frame).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Impulse Force (p) is going to act on the object to move it in a reflective direction from the collision surface, based on relative velocities of the object(s) and surface normal. General equation at right.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epsilon in this equation is the “restitution” of the material. If e = 1.0, the object is perfectly bouncy.  If e = 0.0, the object is completely dead (doesn’t bounce.</a:t>
            </a:r>
          </a:p>
          <a:p>
            <a:pPr lvl="1"/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2017 Kevin M. Smith</a:t>
            </a:r>
          </a:p>
        </p:txBody>
      </p:sp>
      <p:pic>
        <p:nvPicPr>
          <p:cNvPr id="4" name="Picture 3" descr="A close up of a clock&#10;&#10;Description generated with high confidence">
            <a:extLst>
              <a:ext uri="{FF2B5EF4-FFF2-40B4-BE49-F238E27FC236}">
                <a16:creationId xmlns:a16="http://schemas.microsoft.com/office/drawing/2014/main" id="{B65677F8-B285-486D-A2C8-E63BFC2D9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349" y="1632787"/>
            <a:ext cx="5490758" cy="16643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780A56-8D55-47C4-BB9A-FA3E7C3C8E04}"/>
              </a:ext>
            </a:extLst>
          </p:cNvPr>
          <p:cNvSpPr txBox="1"/>
          <p:nvPr/>
        </p:nvSpPr>
        <p:spPr>
          <a:xfrm>
            <a:off x="5571404" y="3261570"/>
            <a:ext cx="5787080" cy="843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We can simplify the equation above if the velocity of object 2 (v2) is zero (stationary) and of infinite mass (like terrain).  Also assume the mass of the moving object is 1.0 for the moment.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Equation then simplifies to: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/>
                </a:solidFill>
              </a:rPr>
              <a:t>P = (e + 1) * ( -v .dot. n ) * n;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Where v is the velocity of the moving object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n is the normal at the contact point.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 is the material restitution in [0, 1]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9090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701</Words>
  <Application>Microsoft Office PowerPoint</Application>
  <PresentationFormat>Widescreen</PresentationFormat>
  <Paragraphs>132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CS 134 Computer Game Design – 3D Graphics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306</cp:revision>
  <dcterms:created xsi:type="dcterms:W3CDTF">2017-08-23T16:49:40Z</dcterms:created>
  <dcterms:modified xsi:type="dcterms:W3CDTF">2021-12-01T17:15:07Z</dcterms:modified>
</cp:coreProperties>
</file>