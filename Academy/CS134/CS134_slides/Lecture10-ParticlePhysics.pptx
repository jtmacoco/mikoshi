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1"/>
  </p:notesMasterIdLst>
  <p:sldIdLst>
    <p:sldId id="256" r:id="rId2"/>
    <p:sldId id="274" r:id="rId3"/>
    <p:sldId id="295" r:id="rId4"/>
    <p:sldId id="293" r:id="rId5"/>
    <p:sldId id="278" r:id="rId6"/>
    <p:sldId id="296" r:id="rId7"/>
    <p:sldId id="297" r:id="rId8"/>
    <p:sldId id="299" r:id="rId9"/>
    <p:sldId id="307" r:id="rId10"/>
    <p:sldId id="308" r:id="rId11"/>
    <p:sldId id="300" r:id="rId12"/>
    <p:sldId id="309" r:id="rId13"/>
    <p:sldId id="310" r:id="rId14"/>
    <p:sldId id="311" r:id="rId15"/>
    <p:sldId id="305" r:id="rId16"/>
    <p:sldId id="306" r:id="rId17"/>
    <p:sldId id="312" r:id="rId18"/>
    <p:sldId id="313" r:id="rId19"/>
    <p:sldId id="31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8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0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E6C2A8-2747-4294-A578-3E60BC72699C}" type="doc">
      <dgm:prSet loTypeId="urn:microsoft.com/office/officeart/2005/8/layout/process1" loCatId="process" qsTypeId="urn:microsoft.com/office/officeart/2005/8/quickstyle/simple1" qsCatId="simple" csTypeId="urn:microsoft.com/office/officeart/2005/8/colors/colorful5" csCatId="colorful" phldr="1"/>
      <dgm:spPr/>
    </dgm:pt>
    <dgm:pt modelId="{7F4B5FFF-9ED3-467E-9F08-56224C0F0A7F}">
      <dgm:prSet phldrT="[Text]" custT="1"/>
      <dgm:spPr/>
      <dgm:t>
        <a:bodyPr/>
        <a:lstStyle/>
        <a:p>
          <a:r>
            <a:rPr lang="en-US" sz="1100" dirty="0"/>
            <a:t>Physics and Simulation</a:t>
          </a:r>
        </a:p>
      </dgm:t>
    </dgm:pt>
    <dgm:pt modelId="{C8A8C85B-5DBC-4826-B79B-1827F17A1C87}" type="parTrans" cxnId="{59951FFD-F138-4D68-9127-248155DB05BC}">
      <dgm:prSet/>
      <dgm:spPr/>
      <dgm:t>
        <a:bodyPr/>
        <a:lstStyle/>
        <a:p>
          <a:endParaRPr lang="en-US"/>
        </a:p>
      </dgm:t>
    </dgm:pt>
    <dgm:pt modelId="{7CE53D13-2F1E-4334-8FCF-7819053F807A}" type="sibTrans" cxnId="{59951FFD-F138-4D68-9127-248155DB05BC}">
      <dgm:prSet/>
      <dgm:spPr/>
      <dgm:t>
        <a:bodyPr/>
        <a:lstStyle/>
        <a:p>
          <a:endParaRPr lang="en-US"/>
        </a:p>
      </dgm:t>
    </dgm:pt>
    <dgm:pt modelId="{D4F4622E-522E-42E2-9325-882BA587A43A}">
      <dgm:prSet phldrT="[Text]" custT="1"/>
      <dgm:spPr/>
      <dgm:t>
        <a:bodyPr/>
        <a:lstStyle/>
        <a:p>
          <a:r>
            <a:rPr lang="en-US" sz="1100" dirty="0"/>
            <a:t>3D Game Design</a:t>
          </a:r>
        </a:p>
      </dgm:t>
    </dgm:pt>
    <dgm:pt modelId="{12D438F1-16F0-4289-9C29-07BB8C8DEA4E}" type="parTrans" cxnId="{9B3C77B5-5FC6-4633-9644-197BB5B7C090}">
      <dgm:prSet/>
      <dgm:spPr/>
      <dgm:t>
        <a:bodyPr/>
        <a:lstStyle/>
        <a:p>
          <a:endParaRPr lang="en-US"/>
        </a:p>
      </dgm:t>
    </dgm:pt>
    <dgm:pt modelId="{F2442B81-00C0-4435-B316-F3582779B651}" type="sibTrans" cxnId="{9B3C77B5-5FC6-4633-9644-197BB5B7C090}">
      <dgm:prSet/>
      <dgm:spPr/>
      <dgm:t>
        <a:bodyPr/>
        <a:lstStyle/>
        <a:p>
          <a:endParaRPr lang="en-US"/>
        </a:p>
      </dgm:t>
    </dgm:pt>
    <dgm:pt modelId="{5018D890-AAFD-472E-9302-54A99927D2F2}">
      <dgm:prSet phldrT="[Text]" custT="1"/>
      <dgm:spPr/>
      <dgm:t>
        <a:bodyPr/>
        <a:lstStyle/>
        <a:p>
          <a:r>
            <a:rPr lang="en-US" sz="1100" dirty="0"/>
            <a:t>Game Engine Development (UE4)</a:t>
          </a:r>
        </a:p>
      </dgm:t>
    </dgm:pt>
    <dgm:pt modelId="{C68B5517-D6E9-4E6C-9F66-1ECAE0112F55}" type="parTrans" cxnId="{E791144E-EF76-402C-9A5E-4A713FB35D0B}">
      <dgm:prSet/>
      <dgm:spPr/>
      <dgm:t>
        <a:bodyPr/>
        <a:lstStyle/>
        <a:p>
          <a:endParaRPr lang="en-US"/>
        </a:p>
      </dgm:t>
    </dgm:pt>
    <dgm:pt modelId="{75B7678E-C7D0-4C36-8814-68FB15AA7C15}" type="sibTrans" cxnId="{E791144E-EF76-402C-9A5E-4A713FB35D0B}">
      <dgm:prSet/>
      <dgm:spPr/>
      <dgm:t>
        <a:bodyPr/>
        <a:lstStyle/>
        <a:p>
          <a:endParaRPr lang="en-US"/>
        </a:p>
      </dgm:t>
    </dgm:pt>
    <dgm:pt modelId="{028A8B19-4191-4E76-9454-D83DBC41B6F4}">
      <dgm:prSet phldrT="[Text]" custT="1"/>
      <dgm:spPr/>
      <dgm:t>
        <a:bodyPr/>
        <a:lstStyle/>
        <a:p>
          <a:r>
            <a:rPr lang="en-US" sz="1100" dirty="0"/>
            <a:t>Team Project</a:t>
          </a:r>
        </a:p>
      </dgm:t>
    </dgm:pt>
    <dgm:pt modelId="{DF0BABC2-F8A9-42CD-A0F1-ADFF9CFA12E7}" type="parTrans" cxnId="{99DC17BD-EA48-409D-8014-D4F4A34E2DB2}">
      <dgm:prSet/>
      <dgm:spPr/>
      <dgm:t>
        <a:bodyPr/>
        <a:lstStyle/>
        <a:p>
          <a:endParaRPr lang="en-US"/>
        </a:p>
      </dgm:t>
    </dgm:pt>
    <dgm:pt modelId="{D8184D79-403A-484F-A3B2-E8AFE6EAB0DE}" type="sibTrans" cxnId="{99DC17BD-EA48-409D-8014-D4F4A34E2DB2}">
      <dgm:prSet/>
      <dgm:spPr/>
      <dgm:t>
        <a:bodyPr/>
        <a:lstStyle/>
        <a:p>
          <a:endParaRPr lang="en-US"/>
        </a:p>
      </dgm:t>
    </dgm:pt>
    <dgm:pt modelId="{629C9996-1516-4DD1-93F0-210EC0081A28}">
      <dgm:prSet phldrT="[Text]" custT="1"/>
      <dgm:spPr/>
      <dgm:t>
        <a:bodyPr/>
        <a:lstStyle/>
        <a:p>
          <a:r>
            <a:rPr lang="en-US" sz="1100" dirty="0"/>
            <a:t>2D Game Design</a:t>
          </a:r>
        </a:p>
      </dgm:t>
    </dgm:pt>
    <dgm:pt modelId="{BC85CDFF-CF68-43B6-9065-A20E84409B67}" type="sibTrans" cxnId="{1C5903B3-06E9-477C-BAAF-FE6A078B705F}">
      <dgm:prSet/>
      <dgm:spPr/>
      <dgm:t>
        <a:bodyPr/>
        <a:lstStyle/>
        <a:p>
          <a:endParaRPr lang="en-US"/>
        </a:p>
      </dgm:t>
    </dgm:pt>
    <dgm:pt modelId="{EDB9C1ED-567D-413B-8E5D-7BBB68CF638E}" type="parTrans" cxnId="{1C5903B3-06E9-477C-BAAF-FE6A078B705F}">
      <dgm:prSet/>
      <dgm:spPr/>
      <dgm:t>
        <a:bodyPr/>
        <a:lstStyle/>
        <a:p>
          <a:endParaRPr lang="en-US"/>
        </a:p>
      </dgm:t>
    </dgm:pt>
    <dgm:pt modelId="{7E787B9E-F68A-4726-AD47-A41529D72F7A}">
      <dgm:prSet phldrT="[Text]" custT="1"/>
      <dgm:spPr/>
      <dgm:t>
        <a:bodyPr/>
        <a:lstStyle/>
        <a:p>
          <a:r>
            <a:rPr lang="en-US" sz="1100" dirty="0"/>
            <a:t>Introduction to Game Engines</a:t>
          </a:r>
        </a:p>
      </dgm:t>
    </dgm:pt>
    <dgm:pt modelId="{20A36317-A207-4A58-B8F2-9C7A040AEAC2}" type="sibTrans" cxnId="{43B89582-B31F-4149-8680-7DF2F5ACBFFF}">
      <dgm:prSet/>
      <dgm:spPr/>
      <dgm:t>
        <a:bodyPr/>
        <a:lstStyle/>
        <a:p>
          <a:endParaRPr lang="en-US"/>
        </a:p>
      </dgm:t>
    </dgm:pt>
    <dgm:pt modelId="{131A7A07-DA4A-469D-B68E-6F212B635694}" type="parTrans" cxnId="{43B89582-B31F-4149-8680-7DF2F5ACBFFF}">
      <dgm:prSet/>
      <dgm:spPr/>
      <dgm:t>
        <a:bodyPr/>
        <a:lstStyle/>
        <a:p>
          <a:endParaRPr lang="en-US"/>
        </a:p>
      </dgm:t>
    </dgm:pt>
    <dgm:pt modelId="{EE241DB9-664A-4755-BD9A-A47EB96DD90E}" type="pres">
      <dgm:prSet presAssocID="{D1E6C2A8-2747-4294-A578-3E60BC72699C}" presName="Name0" presStyleCnt="0">
        <dgm:presLayoutVars>
          <dgm:dir/>
          <dgm:resizeHandles val="exact"/>
        </dgm:presLayoutVars>
      </dgm:prSet>
      <dgm:spPr/>
    </dgm:pt>
    <dgm:pt modelId="{98610125-610F-4440-81CC-D81E7A28C4B6}" type="pres">
      <dgm:prSet presAssocID="{7E787B9E-F68A-4726-AD47-A41529D72F7A}" presName="node" presStyleLbl="node1" presStyleIdx="0" presStyleCnt="6">
        <dgm:presLayoutVars>
          <dgm:bulletEnabled val="1"/>
        </dgm:presLayoutVars>
      </dgm:prSet>
      <dgm:spPr/>
    </dgm:pt>
    <dgm:pt modelId="{10F89025-5263-4F54-A62C-3353C3189BAB}" type="pres">
      <dgm:prSet presAssocID="{20A36317-A207-4A58-B8F2-9C7A040AEAC2}" presName="sibTrans" presStyleLbl="sibTrans2D1" presStyleIdx="0" presStyleCnt="5"/>
      <dgm:spPr/>
    </dgm:pt>
    <dgm:pt modelId="{A0AB54E4-A336-4934-AACD-A2A8D60C157A}" type="pres">
      <dgm:prSet presAssocID="{20A36317-A207-4A58-B8F2-9C7A040AEAC2}" presName="connectorText" presStyleLbl="sibTrans2D1" presStyleIdx="0" presStyleCnt="5"/>
      <dgm:spPr/>
    </dgm:pt>
    <dgm:pt modelId="{77A6D4E2-F93D-46CA-AC6C-C7A1C1E347E3}" type="pres">
      <dgm:prSet presAssocID="{629C9996-1516-4DD1-93F0-210EC0081A28}" presName="node" presStyleLbl="node1" presStyleIdx="1" presStyleCnt="6">
        <dgm:presLayoutVars>
          <dgm:bulletEnabled val="1"/>
        </dgm:presLayoutVars>
      </dgm:prSet>
      <dgm:spPr/>
    </dgm:pt>
    <dgm:pt modelId="{F5F18F9E-6630-4259-9DFB-993D7969FA98}" type="pres">
      <dgm:prSet presAssocID="{BC85CDFF-CF68-43B6-9065-A20E84409B67}" presName="sibTrans" presStyleLbl="sibTrans2D1" presStyleIdx="1" presStyleCnt="5"/>
      <dgm:spPr/>
    </dgm:pt>
    <dgm:pt modelId="{AE995AEC-51BE-4AE1-9901-273464BC5FD7}" type="pres">
      <dgm:prSet presAssocID="{BC85CDFF-CF68-43B6-9065-A20E84409B67}" presName="connectorText" presStyleLbl="sibTrans2D1" presStyleIdx="1" presStyleCnt="5"/>
      <dgm:spPr/>
    </dgm:pt>
    <dgm:pt modelId="{48713530-359F-4B24-AD8E-90F5CA1E5B8A}" type="pres">
      <dgm:prSet presAssocID="{7F4B5FFF-9ED3-467E-9F08-56224C0F0A7F}" presName="node" presStyleLbl="node1" presStyleIdx="2" presStyleCnt="6">
        <dgm:presLayoutVars>
          <dgm:bulletEnabled val="1"/>
        </dgm:presLayoutVars>
      </dgm:prSet>
      <dgm:spPr/>
    </dgm:pt>
    <dgm:pt modelId="{00191EE8-DED7-4FD3-90EA-E6EDEBC6E0E2}" type="pres">
      <dgm:prSet presAssocID="{7CE53D13-2F1E-4334-8FCF-7819053F807A}" presName="sibTrans" presStyleLbl="sibTrans2D1" presStyleIdx="2" presStyleCnt="5"/>
      <dgm:spPr/>
    </dgm:pt>
    <dgm:pt modelId="{C2749609-6B32-41C5-9D20-70B086BA6C75}" type="pres">
      <dgm:prSet presAssocID="{7CE53D13-2F1E-4334-8FCF-7819053F807A}" presName="connectorText" presStyleLbl="sibTrans2D1" presStyleIdx="2" presStyleCnt="5"/>
      <dgm:spPr/>
    </dgm:pt>
    <dgm:pt modelId="{D6E9322D-7193-4E11-99DF-55341D827C99}" type="pres">
      <dgm:prSet presAssocID="{D4F4622E-522E-42E2-9325-882BA587A43A}" presName="node" presStyleLbl="node1" presStyleIdx="3" presStyleCnt="6">
        <dgm:presLayoutVars>
          <dgm:bulletEnabled val="1"/>
        </dgm:presLayoutVars>
      </dgm:prSet>
      <dgm:spPr/>
    </dgm:pt>
    <dgm:pt modelId="{20F28471-F34B-4756-9517-8F3AE9BAB6F8}" type="pres">
      <dgm:prSet presAssocID="{F2442B81-00C0-4435-B316-F3582779B651}" presName="sibTrans" presStyleLbl="sibTrans2D1" presStyleIdx="3" presStyleCnt="5"/>
      <dgm:spPr/>
    </dgm:pt>
    <dgm:pt modelId="{729AA94F-516C-49C1-B401-25B4BBC4C87C}" type="pres">
      <dgm:prSet presAssocID="{F2442B81-00C0-4435-B316-F3582779B651}" presName="connectorText" presStyleLbl="sibTrans2D1" presStyleIdx="3" presStyleCnt="5"/>
      <dgm:spPr/>
    </dgm:pt>
    <dgm:pt modelId="{A9D034FE-9DDE-4F35-892B-9063091DF9E6}" type="pres">
      <dgm:prSet presAssocID="{5018D890-AAFD-472E-9302-54A99927D2F2}" presName="node" presStyleLbl="node1" presStyleIdx="4" presStyleCnt="6">
        <dgm:presLayoutVars>
          <dgm:bulletEnabled val="1"/>
        </dgm:presLayoutVars>
      </dgm:prSet>
      <dgm:spPr/>
    </dgm:pt>
    <dgm:pt modelId="{F709AAD4-A9EB-4186-88EA-9D3D10BAD85F}" type="pres">
      <dgm:prSet presAssocID="{75B7678E-C7D0-4C36-8814-68FB15AA7C15}" presName="sibTrans" presStyleLbl="sibTrans2D1" presStyleIdx="4" presStyleCnt="5"/>
      <dgm:spPr/>
    </dgm:pt>
    <dgm:pt modelId="{10CC3819-6135-4BBA-A380-2EF33B1D6B2E}" type="pres">
      <dgm:prSet presAssocID="{75B7678E-C7D0-4C36-8814-68FB15AA7C15}" presName="connectorText" presStyleLbl="sibTrans2D1" presStyleIdx="4" presStyleCnt="5"/>
      <dgm:spPr/>
    </dgm:pt>
    <dgm:pt modelId="{B00F87D7-9E7F-4BAE-B409-6C0C48291B75}" type="pres">
      <dgm:prSet presAssocID="{028A8B19-4191-4E76-9454-D83DBC41B6F4}" presName="node" presStyleLbl="node1" presStyleIdx="5" presStyleCnt="6">
        <dgm:presLayoutVars>
          <dgm:bulletEnabled val="1"/>
        </dgm:presLayoutVars>
      </dgm:prSet>
      <dgm:spPr/>
    </dgm:pt>
  </dgm:ptLst>
  <dgm:cxnLst>
    <dgm:cxn modelId="{0FAD7C00-9515-42C1-8889-692E99739B1D}" type="presOf" srcId="{7CE53D13-2F1E-4334-8FCF-7819053F807A}" destId="{00191EE8-DED7-4FD3-90EA-E6EDEBC6E0E2}" srcOrd="0" destOrd="0" presId="urn:microsoft.com/office/officeart/2005/8/layout/process1"/>
    <dgm:cxn modelId="{38130F02-ED4C-4534-858A-EEC006413E5D}" type="presOf" srcId="{629C9996-1516-4DD1-93F0-210EC0081A28}" destId="{77A6D4E2-F93D-46CA-AC6C-C7A1C1E347E3}" srcOrd="0" destOrd="0" presId="urn:microsoft.com/office/officeart/2005/8/layout/process1"/>
    <dgm:cxn modelId="{97A4D207-126B-4A30-9CDC-D8A900EDB80B}" type="presOf" srcId="{75B7678E-C7D0-4C36-8814-68FB15AA7C15}" destId="{10CC3819-6135-4BBA-A380-2EF33B1D6B2E}" srcOrd="1" destOrd="0" presId="urn:microsoft.com/office/officeart/2005/8/layout/process1"/>
    <dgm:cxn modelId="{FD6FBE2B-B8C9-4CE7-829A-13E356681BB6}" type="presOf" srcId="{F2442B81-00C0-4435-B316-F3582779B651}" destId="{20F28471-F34B-4756-9517-8F3AE9BAB6F8}" srcOrd="0" destOrd="0" presId="urn:microsoft.com/office/officeart/2005/8/layout/process1"/>
    <dgm:cxn modelId="{E775FF2C-0089-4C18-AAB9-E18412CF5B0B}" type="presOf" srcId="{BC85CDFF-CF68-43B6-9065-A20E84409B67}" destId="{F5F18F9E-6630-4259-9DFB-993D7969FA98}" srcOrd="0" destOrd="0" presId="urn:microsoft.com/office/officeart/2005/8/layout/process1"/>
    <dgm:cxn modelId="{F1864F3F-078C-4EF2-A234-6459774A7495}" type="presOf" srcId="{D4F4622E-522E-42E2-9325-882BA587A43A}" destId="{D6E9322D-7193-4E11-99DF-55341D827C99}" srcOrd="0" destOrd="0" presId="urn:microsoft.com/office/officeart/2005/8/layout/process1"/>
    <dgm:cxn modelId="{F061DE67-415E-480B-BD1A-6FE6FBE9B91D}" type="presOf" srcId="{7F4B5FFF-9ED3-467E-9F08-56224C0F0A7F}" destId="{48713530-359F-4B24-AD8E-90F5CA1E5B8A}" srcOrd="0" destOrd="0" presId="urn:microsoft.com/office/officeart/2005/8/layout/process1"/>
    <dgm:cxn modelId="{E791144E-EF76-402C-9A5E-4A713FB35D0B}" srcId="{D1E6C2A8-2747-4294-A578-3E60BC72699C}" destId="{5018D890-AAFD-472E-9302-54A99927D2F2}" srcOrd="4" destOrd="0" parTransId="{C68B5517-D6E9-4E6C-9F66-1ECAE0112F55}" sibTransId="{75B7678E-C7D0-4C36-8814-68FB15AA7C15}"/>
    <dgm:cxn modelId="{6D144672-D7C8-4E24-B5A9-313829689552}" type="presOf" srcId="{5018D890-AAFD-472E-9302-54A99927D2F2}" destId="{A9D034FE-9DDE-4F35-892B-9063091DF9E6}" srcOrd="0" destOrd="0" presId="urn:microsoft.com/office/officeart/2005/8/layout/process1"/>
    <dgm:cxn modelId="{D1417059-D349-4183-BAB9-137E81344DF4}" type="presOf" srcId="{75B7678E-C7D0-4C36-8814-68FB15AA7C15}" destId="{F709AAD4-A9EB-4186-88EA-9D3D10BAD85F}" srcOrd="0" destOrd="0" presId="urn:microsoft.com/office/officeart/2005/8/layout/process1"/>
    <dgm:cxn modelId="{D26D4A7A-69F6-49B8-80AD-10EE754C7276}" type="presOf" srcId="{BC85CDFF-CF68-43B6-9065-A20E84409B67}" destId="{AE995AEC-51BE-4AE1-9901-273464BC5FD7}" srcOrd="1" destOrd="0" presId="urn:microsoft.com/office/officeart/2005/8/layout/process1"/>
    <dgm:cxn modelId="{43B89582-B31F-4149-8680-7DF2F5ACBFFF}" srcId="{D1E6C2A8-2747-4294-A578-3E60BC72699C}" destId="{7E787B9E-F68A-4726-AD47-A41529D72F7A}" srcOrd="0" destOrd="0" parTransId="{131A7A07-DA4A-469D-B68E-6F212B635694}" sibTransId="{20A36317-A207-4A58-B8F2-9C7A040AEAC2}"/>
    <dgm:cxn modelId="{C3865392-7FEE-4C29-B07C-5179D9E4B558}" type="presOf" srcId="{7CE53D13-2F1E-4334-8FCF-7819053F807A}" destId="{C2749609-6B32-41C5-9D20-70B086BA6C75}" srcOrd="1" destOrd="0" presId="urn:microsoft.com/office/officeart/2005/8/layout/process1"/>
    <dgm:cxn modelId="{6D36BDAF-49F0-49F1-A1F4-5FE8CED45AED}" type="presOf" srcId="{7E787B9E-F68A-4726-AD47-A41529D72F7A}" destId="{98610125-610F-4440-81CC-D81E7A28C4B6}" srcOrd="0" destOrd="0" presId="urn:microsoft.com/office/officeart/2005/8/layout/process1"/>
    <dgm:cxn modelId="{1C5903B3-06E9-477C-BAAF-FE6A078B705F}" srcId="{D1E6C2A8-2747-4294-A578-3E60BC72699C}" destId="{629C9996-1516-4DD1-93F0-210EC0081A28}" srcOrd="1" destOrd="0" parTransId="{EDB9C1ED-567D-413B-8E5D-7BBB68CF638E}" sibTransId="{BC85CDFF-CF68-43B6-9065-A20E84409B67}"/>
    <dgm:cxn modelId="{9B3C77B5-5FC6-4633-9644-197BB5B7C090}" srcId="{D1E6C2A8-2747-4294-A578-3E60BC72699C}" destId="{D4F4622E-522E-42E2-9325-882BA587A43A}" srcOrd="3" destOrd="0" parTransId="{12D438F1-16F0-4289-9C29-07BB8C8DEA4E}" sibTransId="{F2442B81-00C0-4435-B316-F3582779B651}"/>
    <dgm:cxn modelId="{99DC17BD-EA48-409D-8014-D4F4A34E2DB2}" srcId="{D1E6C2A8-2747-4294-A578-3E60BC72699C}" destId="{028A8B19-4191-4E76-9454-D83DBC41B6F4}" srcOrd="5" destOrd="0" parTransId="{DF0BABC2-F8A9-42CD-A0F1-ADFF9CFA12E7}" sibTransId="{D8184D79-403A-484F-A3B2-E8AFE6EAB0DE}"/>
    <dgm:cxn modelId="{66A9E0D2-602B-4FD9-A9FF-6E9B691503B2}" type="presOf" srcId="{028A8B19-4191-4E76-9454-D83DBC41B6F4}" destId="{B00F87D7-9E7F-4BAE-B409-6C0C48291B75}" srcOrd="0" destOrd="0" presId="urn:microsoft.com/office/officeart/2005/8/layout/process1"/>
    <dgm:cxn modelId="{8AF961D8-ED52-4747-93B1-9DDDEC16D787}" type="presOf" srcId="{20A36317-A207-4A58-B8F2-9C7A040AEAC2}" destId="{10F89025-5263-4F54-A62C-3353C3189BAB}" srcOrd="0" destOrd="0" presId="urn:microsoft.com/office/officeart/2005/8/layout/process1"/>
    <dgm:cxn modelId="{924CE9E8-1BC6-4054-944C-F553F103F0C2}" type="presOf" srcId="{D1E6C2A8-2747-4294-A578-3E60BC72699C}" destId="{EE241DB9-664A-4755-BD9A-A47EB96DD90E}" srcOrd="0" destOrd="0" presId="urn:microsoft.com/office/officeart/2005/8/layout/process1"/>
    <dgm:cxn modelId="{AF3EF2EA-CC0B-4909-BF69-F81F38D58DFD}" type="presOf" srcId="{20A36317-A207-4A58-B8F2-9C7A040AEAC2}" destId="{A0AB54E4-A336-4934-AACD-A2A8D60C157A}" srcOrd="1" destOrd="0" presId="urn:microsoft.com/office/officeart/2005/8/layout/process1"/>
    <dgm:cxn modelId="{CB8EA2F1-00F7-41CF-8BA7-00543129BDC0}" type="presOf" srcId="{F2442B81-00C0-4435-B316-F3582779B651}" destId="{729AA94F-516C-49C1-B401-25B4BBC4C87C}" srcOrd="1" destOrd="0" presId="urn:microsoft.com/office/officeart/2005/8/layout/process1"/>
    <dgm:cxn modelId="{59951FFD-F138-4D68-9127-248155DB05BC}" srcId="{D1E6C2A8-2747-4294-A578-3E60BC72699C}" destId="{7F4B5FFF-9ED3-467E-9F08-56224C0F0A7F}" srcOrd="2" destOrd="0" parTransId="{C8A8C85B-5DBC-4826-B79B-1827F17A1C87}" sibTransId="{7CE53D13-2F1E-4334-8FCF-7819053F807A}"/>
    <dgm:cxn modelId="{67687466-2CC7-4219-ACBC-C682EF01AD53}" type="presParOf" srcId="{EE241DB9-664A-4755-BD9A-A47EB96DD90E}" destId="{98610125-610F-4440-81CC-D81E7A28C4B6}" srcOrd="0" destOrd="0" presId="urn:microsoft.com/office/officeart/2005/8/layout/process1"/>
    <dgm:cxn modelId="{067B4648-9F28-4B8E-9BA9-1D0D3D61B3D0}" type="presParOf" srcId="{EE241DB9-664A-4755-BD9A-A47EB96DD90E}" destId="{10F89025-5263-4F54-A62C-3353C3189BAB}" srcOrd="1" destOrd="0" presId="urn:microsoft.com/office/officeart/2005/8/layout/process1"/>
    <dgm:cxn modelId="{E8CC6C95-2DC5-471C-AE26-415E1939504E}" type="presParOf" srcId="{10F89025-5263-4F54-A62C-3353C3189BAB}" destId="{A0AB54E4-A336-4934-AACD-A2A8D60C157A}" srcOrd="0" destOrd="0" presId="urn:microsoft.com/office/officeart/2005/8/layout/process1"/>
    <dgm:cxn modelId="{FA878378-E582-4EB8-B772-DC8DD469F1B1}" type="presParOf" srcId="{EE241DB9-664A-4755-BD9A-A47EB96DD90E}" destId="{77A6D4E2-F93D-46CA-AC6C-C7A1C1E347E3}" srcOrd="2" destOrd="0" presId="urn:microsoft.com/office/officeart/2005/8/layout/process1"/>
    <dgm:cxn modelId="{7559F5CC-05C1-4085-9C57-F1D7ED95701E}" type="presParOf" srcId="{EE241DB9-664A-4755-BD9A-A47EB96DD90E}" destId="{F5F18F9E-6630-4259-9DFB-993D7969FA98}" srcOrd="3" destOrd="0" presId="urn:microsoft.com/office/officeart/2005/8/layout/process1"/>
    <dgm:cxn modelId="{C40299B4-D8CE-452E-B887-416BFB580C54}" type="presParOf" srcId="{F5F18F9E-6630-4259-9DFB-993D7969FA98}" destId="{AE995AEC-51BE-4AE1-9901-273464BC5FD7}" srcOrd="0" destOrd="0" presId="urn:microsoft.com/office/officeart/2005/8/layout/process1"/>
    <dgm:cxn modelId="{EBA963BB-40F9-47DA-82A7-40E6A5445369}" type="presParOf" srcId="{EE241DB9-664A-4755-BD9A-A47EB96DD90E}" destId="{48713530-359F-4B24-AD8E-90F5CA1E5B8A}" srcOrd="4" destOrd="0" presId="urn:microsoft.com/office/officeart/2005/8/layout/process1"/>
    <dgm:cxn modelId="{B9F6EE1C-849D-4D02-B0B8-ACA39867AB20}" type="presParOf" srcId="{EE241DB9-664A-4755-BD9A-A47EB96DD90E}" destId="{00191EE8-DED7-4FD3-90EA-E6EDEBC6E0E2}" srcOrd="5" destOrd="0" presId="urn:microsoft.com/office/officeart/2005/8/layout/process1"/>
    <dgm:cxn modelId="{8B07C9AD-79B2-440C-BD6C-A72583E2D314}" type="presParOf" srcId="{00191EE8-DED7-4FD3-90EA-E6EDEBC6E0E2}" destId="{C2749609-6B32-41C5-9D20-70B086BA6C75}" srcOrd="0" destOrd="0" presId="urn:microsoft.com/office/officeart/2005/8/layout/process1"/>
    <dgm:cxn modelId="{E4D9C973-9995-46DA-ABD7-D518472829EA}" type="presParOf" srcId="{EE241DB9-664A-4755-BD9A-A47EB96DD90E}" destId="{D6E9322D-7193-4E11-99DF-55341D827C99}" srcOrd="6" destOrd="0" presId="urn:microsoft.com/office/officeart/2005/8/layout/process1"/>
    <dgm:cxn modelId="{E16E5F45-6543-4DF4-A9EF-424240AA8897}" type="presParOf" srcId="{EE241DB9-664A-4755-BD9A-A47EB96DD90E}" destId="{20F28471-F34B-4756-9517-8F3AE9BAB6F8}" srcOrd="7" destOrd="0" presId="urn:microsoft.com/office/officeart/2005/8/layout/process1"/>
    <dgm:cxn modelId="{E176BDC8-3F6B-4CFD-BA8C-AC1AA40E3C5F}" type="presParOf" srcId="{20F28471-F34B-4756-9517-8F3AE9BAB6F8}" destId="{729AA94F-516C-49C1-B401-25B4BBC4C87C}" srcOrd="0" destOrd="0" presId="urn:microsoft.com/office/officeart/2005/8/layout/process1"/>
    <dgm:cxn modelId="{5193AEB9-F065-42FB-BBE6-8EFDEC981F9C}" type="presParOf" srcId="{EE241DB9-664A-4755-BD9A-A47EB96DD90E}" destId="{A9D034FE-9DDE-4F35-892B-9063091DF9E6}" srcOrd="8" destOrd="0" presId="urn:microsoft.com/office/officeart/2005/8/layout/process1"/>
    <dgm:cxn modelId="{9AD46F83-4762-4EB4-ADFF-C268AFF97BEB}" type="presParOf" srcId="{EE241DB9-664A-4755-BD9A-A47EB96DD90E}" destId="{F709AAD4-A9EB-4186-88EA-9D3D10BAD85F}" srcOrd="9" destOrd="0" presId="urn:microsoft.com/office/officeart/2005/8/layout/process1"/>
    <dgm:cxn modelId="{A5E85BCC-7085-4DC7-8007-BDC467554287}" type="presParOf" srcId="{F709AAD4-A9EB-4186-88EA-9D3D10BAD85F}" destId="{10CC3819-6135-4BBA-A380-2EF33B1D6B2E}" srcOrd="0" destOrd="0" presId="urn:microsoft.com/office/officeart/2005/8/layout/process1"/>
    <dgm:cxn modelId="{796D8A67-91D2-4146-A37D-03BDF60D13D3}" type="presParOf" srcId="{EE241DB9-664A-4755-BD9A-A47EB96DD90E}" destId="{B00F87D7-9E7F-4BAE-B409-6C0C48291B75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610125-610F-4440-81CC-D81E7A28C4B6}">
      <dsp:nvSpPr>
        <dsp:cNvPr id="0" name=""/>
        <dsp:cNvSpPr/>
      </dsp:nvSpPr>
      <dsp:spPr>
        <a:xfrm>
          <a:off x="0" y="1244781"/>
          <a:ext cx="1221014" cy="73260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Introduction to Game Engines</a:t>
          </a:r>
        </a:p>
      </dsp:txBody>
      <dsp:txXfrm>
        <a:off x="21457" y="1266238"/>
        <a:ext cx="1178100" cy="689694"/>
      </dsp:txXfrm>
    </dsp:sp>
    <dsp:sp modelId="{10F89025-5263-4F54-A62C-3353C3189BAB}">
      <dsp:nvSpPr>
        <dsp:cNvPr id="0" name=""/>
        <dsp:cNvSpPr/>
      </dsp:nvSpPr>
      <dsp:spPr>
        <a:xfrm>
          <a:off x="1343115" y="1459679"/>
          <a:ext cx="258855" cy="3028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1343115" y="1520241"/>
        <a:ext cx="181199" cy="181687"/>
      </dsp:txXfrm>
    </dsp:sp>
    <dsp:sp modelId="{77A6D4E2-F93D-46CA-AC6C-C7A1C1E347E3}">
      <dsp:nvSpPr>
        <dsp:cNvPr id="0" name=""/>
        <dsp:cNvSpPr/>
      </dsp:nvSpPr>
      <dsp:spPr>
        <a:xfrm>
          <a:off x="1709419" y="1244781"/>
          <a:ext cx="1221014" cy="732608"/>
        </a:xfrm>
        <a:prstGeom prst="roundRect">
          <a:avLst>
            <a:gd name="adj" fmla="val 10000"/>
          </a:avLst>
        </a:prstGeom>
        <a:solidFill>
          <a:schemeClr val="accent5">
            <a:hueOff val="-1351709"/>
            <a:satOff val="-3484"/>
            <a:lumOff val="-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2D Game Design</a:t>
          </a:r>
        </a:p>
      </dsp:txBody>
      <dsp:txXfrm>
        <a:off x="1730876" y="1266238"/>
        <a:ext cx="1178100" cy="689694"/>
      </dsp:txXfrm>
    </dsp:sp>
    <dsp:sp modelId="{F5F18F9E-6630-4259-9DFB-993D7969FA98}">
      <dsp:nvSpPr>
        <dsp:cNvPr id="0" name=""/>
        <dsp:cNvSpPr/>
      </dsp:nvSpPr>
      <dsp:spPr>
        <a:xfrm>
          <a:off x="3052535" y="1459679"/>
          <a:ext cx="258855" cy="3028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689636"/>
            <a:satOff val="-4355"/>
            <a:lumOff val="-294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3052535" y="1520241"/>
        <a:ext cx="181199" cy="181687"/>
      </dsp:txXfrm>
    </dsp:sp>
    <dsp:sp modelId="{48713530-359F-4B24-AD8E-90F5CA1E5B8A}">
      <dsp:nvSpPr>
        <dsp:cNvPr id="0" name=""/>
        <dsp:cNvSpPr/>
      </dsp:nvSpPr>
      <dsp:spPr>
        <a:xfrm>
          <a:off x="3418839" y="1244781"/>
          <a:ext cx="1221014" cy="732608"/>
        </a:xfrm>
        <a:prstGeom prst="roundRect">
          <a:avLst>
            <a:gd name="adj" fmla="val 10000"/>
          </a:avLst>
        </a:prstGeom>
        <a:solidFill>
          <a:schemeClr val="accent5">
            <a:hueOff val="-2703417"/>
            <a:satOff val="-6968"/>
            <a:lumOff val="-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Physics and Simulation</a:t>
          </a:r>
        </a:p>
      </dsp:txBody>
      <dsp:txXfrm>
        <a:off x="3440296" y="1266238"/>
        <a:ext cx="1178100" cy="689694"/>
      </dsp:txXfrm>
    </dsp:sp>
    <dsp:sp modelId="{00191EE8-DED7-4FD3-90EA-E6EDEBC6E0E2}">
      <dsp:nvSpPr>
        <dsp:cNvPr id="0" name=""/>
        <dsp:cNvSpPr/>
      </dsp:nvSpPr>
      <dsp:spPr>
        <a:xfrm>
          <a:off x="4761955" y="1459679"/>
          <a:ext cx="258855" cy="3028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4761955" y="1520241"/>
        <a:ext cx="181199" cy="181687"/>
      </dsp:txXfrm>
    </dsp:sp>
    <dsp:sp modelId="{D6E9322D-7193-4E11-99DF-55341D827C99}">
      <dsp:nvSpPr>
        <dsp:cNvPr id="0" name=""/>
        <dsp:cNvSpPr/>
      </dsp:nvSpPr>
      <dsp:spPr>
        <a:xfrm>
          <a:off x="5128259" y="1244781"/>
          <a:ext cx="1221014" cy="732608"/>
        </a:xfrm>
        <a:prstGeom prst="roundRect">
          <a:avLst>
            <a:gd name="adj" fmla="val 10000"/>
          </a:avLst>
        </a:prstGeom>
        <a:solidFill>
          <a:schemeClr val="accent5">
            <a:hueOff val="-4055126"/>
            <a:satOff val="-10451"/>
            <a:lumOff val="-7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3D Game Design</a:t>
          </a:r>
        </a:p>
      </dsp:txBody>
      <dsp:txXfrm>
        <a:off x="5149716" y="1266238"/>
        <a:ext cx="1178100" cy="689694"/>
      </dsp:txXfrm>
    </dsp:sp>
    <dsp:sp modelId="{20F28471-F34B-4756-9517-8F3AE9BAB6F8}">
      <dsp:nvSpPr>
        <dsp:cNvPr id="0" name=""/>
        <dsp:cNvSpPr/>
      </dsp:nvSpPr>
      <dsp:spPr>
        <a:xfrm>
          <a:off x="6471375" y="1459679"/>
          <a:ext cx="258855" cy="3028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5068907"/>
            <a:satOff val="-13064"/>
            <a:lumOff val="-882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6471375" y="1520241"/>
        <a:ext cx="181199" cy="181687"/>
      </dsp:txXfrm>
    </dsp:sp>
    <dsp:sp modelId="{A9D034FE-9DDE-4F35-892B-9063091DF9E6}">
      <dsp:nvSpPr>
        <dsp:cNvPr id="0" name=""/>
        <dsp:cNvSpPr/>
      </dsp:nvSpPr>
      <dsp:spPr>
        <a:xfrm>
          <a:off x="6837679" y="1244781"/>
          <a:ext cx="1221014" cy="732608"/>
        </a:xfrm>
        <a:prstGeom prst="roundRect">
          <a:avLst>
            <a:gd name="adj" fmla="val 10000"/>
          </a:avLst>
        </a:prstGeom>
        <a:solidFill>
          <a:schemeClr val="accent5">
            <a:hueOff val="-5406834"/>
            <a:satOff val="-13935"/>
            <a:lumOff val="-9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Game Engine Development (UE4)</a:t>
          </a:r>
        </a:p>
      </dsp:txBody>
      <dsp:txXfrm>
        <a:off x="6859136" y="1266238"/>
        <a:ext cx="1178100" cy="689694"/>
      </dsp:txXfrm>
    </dsp:sp>
    <dsp:sp modelId="{F709AAD4-A9EB-4186-88EA-9D3D10BAD85F}">
      <dsp:nvSpPr>
        <dsp:cNvPr id="0" name=""/>
        <dsp:cNvSpPr/>
      </dsp:nvSpPr>
      <dsp:spPr>
        <a:xfrm>
          <a:off x="8180795" y="1459679"/>
          <a:ext cx="258855" cy="3028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8180795" y="1520241"/>
        <a:ext cx="181199" cy="181687"/>
      </dsp:txXfrm>
    </dsp:sp>
    <dsp:sp modelId="{B00F87D7-9E7F-4BAE-B409-6C0C48291B75}">
      <dsp:nvSpPr>
        <dsp:cNvPr id="0" name=""/>
        <dsp:cNvSpPr/>
      </dsp:nvSpPr>
      <dsp:spPr>
        <a:xfrm>
          <a:off x="8547099" y="1244781"/>
          <a:ext cx="1221014" cy="732608"/>
        </a:xfrm>
        <a:prstGeom prst="roundRect">
          <a:avLst>
            <a:gd name="adj" fmla="val 1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Team Project</a:t>
          </a:r>
        </a:p>
      </dsp:txBody>
      <dsp:txXfrm>
        <a:off x="8568556" y="1266238"/>
        <a:ext cx="1178100" cy="6896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E81D33-D3DC-4EEE-9841-2A93D98735D4}" type="datetimeFigureOut">
              <a:rPr lang="en-US" smtClean="0"/>
              <a:t>3/8/2018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829C27-AAA8-470D-92FE-57BE00B20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18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29C27-AAA8-470D-92FE-57BE00B20D4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364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BFD92-5C28-4DC6-81DB-5A68BA7EBC93}" type="datetime1">
              <a:rPr lang="en-US" smtClean="0"/>
              <a:t>3/8/2018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223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C1D00-8098-4A9B-B4A5-9A66C7D1317A}" type="datetime1">
              <a:rPr lang="en-US" smtClean="0"/>
              <a:t>3/8/2018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595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944B9-B08F-4DA1-ACDE-CD01C9904901}" type="datetime1">
              <a:rPr lang="en-US" smtClean="0"/>
              <a:t>3/8/2018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855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43B77-6302-4483-AF5B-A33F83BA44B0}" type="datetime1">
              <a:rPr lang="en-US" smtClean="0"/>
              <a:t>3/8/2018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222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936C3-F8E0-4FE0-91E2-288A042D5907}" type="datetime1">
              <a:rPr lang="en-US" smtClean="0"/>
              <a:t>3/8/2018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070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50540-7B40-4BB4-846E-2968CB26C7FB}" type="datetime1">
              <a:rPr lang="en-US" smtClean="0"/>
              <a:t>3/8/2018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989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44FA3-D183-4229-9125-D4C2C3F2F29C}" type="datetime1">
              <a:rPr lang="en-US" smtClean="0"/>
              <a:t>3/8/2018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825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636C1-38B2-4531-A2ED-289F8D719C97}" type="datetime1">
              <a:rPr lang="en-US" smtClean="0"/>
              <a:t>3/8/2018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474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30A5-A361-4861-A529-30991D4B67EB}" type="datetime1">
              <a:rPr lang="en-US" smtClean="0"/>
              <a:t>3/8/2018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89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D95A6-FBBB-457F-BC2F-84487D193BC5}" type="datetime1">
              <a:rPr lang="en-US" smtClean="0"/>
              <a:t>3/8/2018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091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A1209-11D7-4112-B3B0-B5FF3960E31D}" type="datetime1">
              <a:rPr lang="en-US" smtClean="0"/>
              <a:t>3/8/2018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215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8A5CB5-5376-4B05-B033-DAE5282DD0BC}" type="datetime1">
              <a:rPr lang="en-US" smtClean="0"/>
              <a:t>3/8/2018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8873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11">
            <a:extLst>
              <a:ext uri="{FF2B5EF4-FFF2-40B4-BE49-F238E27FC236}">
                <a16:creationId xmlns:a16="http://schemas.microsoft.com/office/drawing/2014/main" id="{343ADA3E-BE07-4F26-9361-F12F5F5F316F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 3">
            <a:extLst>
              <a:ext uri="{FF2B5EF4-FFF2-40B4-BE49-F238E27FC236}">
                <a16:creationId xmlns:a16="http://schemas.microsoft.com/office/drawing/2014/main" id="{4EAB7026-E0C0-4521-B56A-B6CC4A6325A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6925" y="-479"/>
            <a:ext cx="9468701" cy="6858478"/>
          </a:xfrm>
          <a:custGeom>
            <a:avLst/>
            <a:gdLst>
              <a:gd name="connsiteX0" fmla="*/ 0 w 8078051"/>
              <a:gd name="connsiteY0" fmla="*/ 0 h 5829300"/>
              <a:gd name="connsiteX1" fmla="*/ 4453793 w 8078051"/>
              <a:gd name="connsiteY1" fmla="*/ 0 h 5829300"/>
              <a:gd name="connsiteX2" fmla="*/ 5363426 w 8078051"/>
              <a:gd name="connsiteY2" fmla="*/ 0 h 5829300"/>
              <a:gd name="connsiteX3" fmla="*/ 5368184 w 8078051"/>
              <a:gd name="connsiteY3" fmla="*/ 0 h 5829300"/>
              <a:gd name="connsiteX4" fmla="*/ 8078051 w 8078051"/>
              <a:gd name="connsiteY4" fmla="*/ 5829300 h 5829300"/>
              <a:gd name="connsiteX5" fmla="*/ 1743926 w 8078051"/>
              <a:gd name="connsiteY5" fmla="*/ 5829300 h 5829300"/>
              <a:gd name="connsiteX6" fmla="*/ 1744148 w 8078051"/>
              <a:gd name="connsiteY6" fmla="*/ 5828822 h 5829300"/>
              <a:gd name="connsiteX7" fmla="*/ 0 w 8078051"/>
              <a:gd name="connsiteY7" fmla="*/ 5828822 h 582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078051" h="5829300">
                <a:moveTo>
                  <a:pt x="0" y="0"/>
                </a:moveTo>
                <a:lnTo>
                  <a:pt x="4453793" y="0"/>
                </a:lnTo>
                <a:lnTo>
                  <a:pt x="5363426" y="0"/>
                </a:lnTo>
                <a:lnTo>
                  <a:pt x="5368184" y="0"/>
                </a:lnTo>
                <a:lnTo>
                  <a:pt x="8078051" y="5829300"/>
                </a:lnTo>
                <a:lnTo>
                  <a:pt x="1743926" y="5829300"/>
                </a:lnTo>
                <a:lnTo>
                  <a:pt x="1744148" y="5828822"/>
                </a:lnTo>
                <a:lnTo>
                  <a:pt x="0" y="5828822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 16">
            <a:extLst>
              <a:ext uri="{FF2B5EF4-FFF2-40B4-BE49-F238E27FC236}">
                <a16:creationId xmlns:a16="http://schemas.microsoft.com/office/drawing/2014/main" id="{10F3B50B-55C6-4818-B05E-24E5EED1905E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79"/>
            <a:ext cx="9324977" cy="6858479"/>
          </a:xfrm>
          <a:custGeom>
            <a:avLst/>
            <a:gdLst>
              <a:gd name="connsiteX0" fmla="*/ 1246925 w 9324977"/>
              <a:gd name="connsiteY0" fmla="*/ 0 h 6858479"/>
              <a:gd name="connsiteX1" fmla="*/ 5076797 w 9324977"/>
              <a:gd name="connsiteY1" fmla="*/ 0 h 6858479"/>
              <a:gd name="connsiteX2" fmla="*/ 6143025 w 9324977"/>
              <a:gd name="connsiteY2" fmla="*/ 0 h 6858479"/>
              <a:gd name="connsiteX3" fmla="*/ 6148602 w 9324977"/>
              <a:gd name="connsiteY3" fmla="*/ 0 h 6858479"/>
              <a:gd name="connsiteX4" fmla="*/ 9324977 w 9324977"/>
              <a:gd name="connsiteY4" fmla="*/ 6858478 h 6858479"/>
              <a:gd name="connsiteX5" fmla="*/ 3359025 w 9324977"/>
              <a:gd name="connsiteY5" fmla="*/ 6858478 h 6858479"/>
              <a:gd name="connsiteX6" fmla="*/ 3359025 w 9324977"/>
              <a:gd name="connsiteY6" fmla="*/ 6858479 h 6858479"/>
              <a:gd name="connsiteX7" fmla="*/ 0 w 9324977"/>
              <a:gd name="connsiteY7" fmla="*/ 6858479 h 6858479"/>
              <a:gd name="connsiteX8" fmla="*/ 0 w 9324977"/>
              <a:gd name="connsiteY8" fmla="*/ 479 h 6858479"/>
              <a:gd name="connsiteX9" fmla="*/ 1246925 w 9324977"/>
              <a:gd name="connsiteY9" fmla="*/ 479 h 6858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24977" h="6858479">
                <a:moveTo>
                  <a:pt x="1246925" y="0"/>
                </a:moveTo>
                <a:lnTo>
                  <a:pt x="5076797" y="0"/>
                </a:lnTo>
                <a:lnTo>
                  <a:pt x="6143025" y="0"/>
                </a:lnTo>
                <a:lnTo>
                  <a:pt x="6148602" y="0"/>
                </a:lnTo>
                <a:lnTo>
                  <a:pt x="9324977" y="6858478"/>
                </a:lnTo>
                <a:lnTo>
                  <a:pt x="3359025" y="6858478"/>
                </a:lnTo>
                <a:lnTo>
                  <a:pt x="3359025" y="6858479"/>
                </a:lnTo>
                <a:lnTo>
                  <a:pt x="0" y="6858479"/>
                </a:lnTo>
                <a:lnTo>
                  <a:pt x="0" y="479"/>
                </a:lnTo>
                <a:lnTo>
                  <a:pt x="1246925" y="479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D09DB5-5978-4E0A-9D84-6428949B9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1" y="2600324"/>
            <a:ext cx="6405753" cy="3277961"/>
          </a:xfrm>
        </p:spPr>
        <p:txBody>
          <a:bodyPr anchor="t">
            <a:normAutofit/>
          </a:bodyPr>
          <a:lstStyle/>
          <a:p>
            <a:pPr algn="l"/>
            <a:r>
              <a:rPr lang="en-US" sz="5400" dirty="0"/>
              <a:t>CS 134 Computer Game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C6AE9A-2BEB-4C56-B297-BC12579D1D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1300450"/>
            <a:ext cx="4167376" cy="1155525"/>
          </a:xfrm>
        </p:spPr>
        <p:txBody>
          <a:bodyPr anchor="b">
            <a:normAutofit/>
          </a:bodyPr>
          <a:lstStyle/>
          <a:p>
            <a:pPr algn="l"/>
            <a:r>
              <a:rPr lang="en-US" sz="2000"/>
              <a:t>Instructor: Kevin M. Smith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832073-FAC5-49BC-895C-B564209CD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4672" y="6356350"/>
            <a:ext cx="4114800" cy="365125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900">
                <a:solidFill>
                  <a:schemeClr val="tx1">
                    <a:lumMod val="85000"/>
                  </a:schemeClr>
                </a:solidFill>
              </a:rPr>
              <a:t>copyright © 2017 Kevin M. Smith, content Adapted from Jared Finder’s Slides from CS134 section 1</a:t>
            </a:r>
          </a:p>
        </p:txBody>
      </p:sp>
    </p:spTree>
    <p:extLst>
      <p:ext uri="{BB962C8B-B14F-4D97-AF65-F5344CB8AC3E}">
        <p14:creationId xmlns:p14="http://schemas.microsoft.com/office/powerpoint/2010/main" val="1731030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3565030" y="572590"/>
            <a:ext cx="47989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CS 134 Course Outline</a:t>
            </a: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287CBAA9-3AE7-4EB5-B258-099D2A155F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4031633"/>
              </p:ext>
            </p:extLst>
          </p:nvPr>
        </p:nvGraphicFramePr>
        <p:xfrm>
          <a:off x="1374710" y="1946988"/>
          <a:ext cx="9768114" cy="32221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3BBFEFC1-FA58-438E-9082-B0FAB6FDEA50}"/>
              </a:ext>
            </a:extLst>
          </p:cNvPr>
          <p:cNvSpPr/>
          <p:nvPr/>
        </p:nvSpPr>
        <p:spPr>
          <a:xfrm>
            <a:off x="4690550" y="2830608"/>
            <a:ext cx="1405450" cy="1589154"/>
          </a:xfrm>
          <a:prstGeom prst="rect">
            <a:avLst/>
          </a:prstGeom>
          <a:solidFill>
            <a:schemeClr val="accent1">
              <a:alpha val="16000"/>
            </a:schemeClr>
          </a:solidFill>
          <a:effectLst>
            <a:outerShdw blurRad="50800" dist="50800" dir="5400000" sx="37000" sy="37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C1CB47-B354-4FB8-816A-A7C46FA75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1671551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3526068" y="2452049"/>
            <a:ext cx="56561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Quick Review From Last Time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1778479" y="1143999"/>
            <a:ext cx="8635041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/>
          </a:p>
          <a:p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br>
              <a:rPr lang="en-US" dirty="0"/>
            </a:b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951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514421" y="329236"/>
            <a:ext cx="56561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Quick Review From Last Time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1658250" y="1102578"/>
            <a:ext cx="8635041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Particles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Have mass, velocity, acceleration and potential forces that act upon them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Trajectory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We can write an integrator to compute a new particle position based on velocity and it’s new velocity based on acceleration – at each time step </a:t>
            </a:r>
            <a:r>
              <a:rPr lang="en-US" sz="2000" dirty="0" err="1"/>
              <a:t>dt.</a:t>
            </a: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For single particle, this produces a ballistic trajectory.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Force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We can apply external forces to particles to affect their motion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Example forces:  gravity, drag, turbulence, magnetic, repulsion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An elegant fact is that the force acting on a particle is the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vector sum of all the forces applied.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Force on a particle :   F = ma   or    a = 1/m * F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821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514421" y="329236"/>
            <a:ext cx="82263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Basic Particle Structure  (now adding force)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1658250" y="1102578"/>
            <a:ext cx="8635041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Class Particle   {</a:t>
            </a:r>
          </a:p>
          <a:p>
            <a:r>
              <a:rPr lang="en-US" sz="2000" dirty="0"/>
              <a:t>   </a:t>
            </a:r>
          </a:p>
          <a:p>
            <a:r>
              <a:rPr lang="en-US" sz="2000" dirty="0"/>
              <a:t>      ofVec3f   position;           // position of the particle in world space</a:t>
            </a:r>
          </a:p>
          <a:p>
            <a:endParaRPr lang="en-US" sz="2000" dirty="0"/>
          </a:p>
          <a:p>
            <a:r>
              <a:rPr lang="en-US" sz="2000" dirty="0"/>
              <a:t>      ofVec3f    velocity;          // current velocity of particle</a:t>
            </a:r>
          </a:p>
          <a:p>
            <a:endParaRPr lang="en-US" sz="2000" dirty="0"/>
          </a:p>
          <a:p>
            <a:r>
              <a:rPr lang="en-US" sz="2000" dirty="0"/>
              <a:t>      ofVec3f     accel;              //  current acceleration of particle</a:t>
            </a:r>
          </a:p>
          <a:p>
            <a:endParaRPr lang="en-US" sz="2000" dirty="0"/>
          </a:p>
          <a:p>
            <a:r>
              <a:rPr lang="en-US" sz="2000" dirty="0"/>
              <a:t>      float          damping;        // damping</a:t>
            </a:r>
          </a:p>
          <a:p>
            <a:r>
              <a:rPr lang="en-US" sz="2000" dirty="0"/>
              <a:t>      float           mass;              // mass</a:t>
            </a:r>
          </a:p>
          <a:p>
            <a:endParaRPr lang="en-US" sz="2000" dirty="0"/>
          </a:p>
          <a:p>
            <a:r>
              <a:rPr lang="en-US" sz="2000" dirty="0">
                <a:solidFill>
                  <a:schemeClr val="accent4"/>
                </a:solidFill>
              </a:rPr>
              <a:t>      ofVec3f    force;               // total accumulated force on particle</a:t>
            </a:r>
          </a:p>
          <a:p>
            <a:r>
              <a:rPr lang="en-US" sz="2000" dirty="0"/>
              <a:t>}</a:t>
            </a:r>
          </a:p>
          <a:p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We will use the “force” vector in the integration step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757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514421" y="329236"/>
            <a:ext cx="37700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Force Computation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1658250" y="1102578"/>
            <a:ext cx="8635041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Force on particle is initialized to zero (0).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At each update  (time step) BEFORE integration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The forces are applied to every particle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If there is more than one force applied, it is ADDED to the force vector for that particle.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At integration, we add a new step  to incorporate the forces into the acceleration total.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We the “zero”  the force in each particle at the end of each step (force gets recalculated every frame).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Why 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42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448821" y="224651"/>
            <a:ext cx="72013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 Integrator Steps  (adding in Forces)  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1778479" y="785594"/>
            <a:ext cx="8635041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Position, Velocity and Acceleration are </a:t>
            </a:r>
            <a:r>
              <a:rPr lang="en-US" dirty="0">
                <a:solidFill>
                  <a:schemeClr val="accent5"/>
                </a:solidFill>
              </a:rPr>
              <a:t>vectors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1" dirty="0" err="1"/>
              <a:t>dt</a:t>
            </a:r>
            <a:r>
              <a:rPr lang="en-US" dirty="0"/>
              <a:t> is a </a:t>
            </a:r>
            <a:r>
              <a:rPr lang="en-US" dirty="0">
                <a:solidFill>
                  <a:schemeClr val="accent5"/>
                </a:solidFill>
              </a:rPr>
              <a:t>scalar .  </a:t>
            </a:r>
            <a:r>
              <a:rPr lang="en-US" dirty="0"/>
              <a:t>We can use the time interval between each frame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Damping is a </a:t>
            </a:r>
            <a:r>
              <a:rPr lang="en-US" dirty="0">
                <a:solidFill>
                  <a:schemeClr val="accent5"/>
                </a:solidFill>
              </a:rPr>
              <a:t>scalar.</a:t>
            </a:r>
          </a:p>
          <a:p>
            <a:endParaRPr lang="en-US" sz="2400" dirty="0">
              <a:solidFill>
                <a:schemeClr val="accent4"/>
              </a:solidFill>
            </a:endParaRPr>
          </a:p>
          <a:p>
            <a:pPr lvl="1"/>
            <a:r>
              <a:rPr lang="en-US" sz="2000" dirty="0"/>
              <a:t>// Basic Algorithm for Simple Particle Integrator</a:t>
            </a:r>
          </a:p>
          <a:p>
            <a:pPr lvl="1"/>
            <a:r>
              <a:rPr lang="en-US" sz="2000" dirty="0"/>
              <a:t>//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At each </a:t>
            </a:r>
            <a:r>
              <a:rPr lang="en-US" sz="2000" dirty="0">
                <a:solidFill>
                  <a:schemeClr val="accent5"/>
                </a:solidFill>
              </a:rPr>
              <a:t>frame</a:t>
            </a:r>
            <a:r>
              <a:rPr lang="en-US" sz="2000" dirty="0"/>
              <a:t> , update each </a:t>
            </a:r>
            <a:r>
              <a:rPr lang="en-US" sz="2000" dirty="0">
                <a:solidFill>
                  <a:schemeClr val="accent5"/>
                </a:solidFill>
              </a:rPr>
              <a:t>Particle</a:t>
            </a:r>
            <a:r>
              <a:rPr lang="en-US" sz="2000" dirty="0"/>
              <a:t>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Compute new position of particle based on velocity and time step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dirty="0"/>
              <a:t>position = position + velocity * </a:t>
            </a:r>
            <a:r>
              <a:rPr lang="en-US" i="1" dirty="0" err="1"/>
              <a:t>dt</a:t>
            </a:r>
            <a:r>
              <a:rPr lang="en-US" dirty="0"/>
              <a:t>;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4"/>
                </a:solidFill>
              </a:rPr>
              <a:t>Compute the acceleration from forces on particle using  a =  (1/m) * f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4"/>
                </a:solidFill>
              </a:rPr>
              <a:t>Add that to the existing particle acceleration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Compute new velocity of particle based on total acceleration and time step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dirty="0"/>
              <a:t>Velocity = velocity + acceleration * </a:t>
            </a:r>
            <a:r>
              <a:rPr lang="en-US" i="1" dirty="0" err="1"/>
              <a:t>dt</a:t>
            </a:r>
            <a:r>
              <a:rPr lang="en-US" dirty="0"/>
              <a:t>;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Damp Velocity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dirty="0"/>
              <a:t>Velocity = velocity * </a:t>
            </a:r>
            <a:r>
              <a:rPr lang="en-US" i="1" dirty="0"/>
              <a:t>damping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4"/>
                </a:solidFill>
              </a:rPr>
              <a:t>Set forces on particle to zero                      // we recompute every step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8AB489F-5D68-42F8-8857-C9B259A55CD5}"/>
              </a:ext>
            </a:extLst>
          </p:cNvPr>
          <p:cNvCxnSpPr>
            <a:cxnSpLocks/>
          </p:cNvCxnSpPr>
          <p:nvPr/>
        </p:nvCxnSpPr>
        <p:spPr>
          <a:xfrm>
            <a:off x="1854926" y="4406537"/>
            <a:ext cx="452845" cy="0"/>
          </a:xfrm>
          <a:prstGeom prst="straightConnector1">
            <a:avLst/>
          </a:prstGeom>
          <a:ln>
            <a:tailEnd type="triangle"/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DDC15A0-81CC-4ADE-B5D1-31677EFB3461}"/>
              </a:ext>
            </a:extLst>
          </p:cNvPr>
          <p:cNvCxnSpPr>
            <a:cxnSpLocks/>
          </p:cNvCxnSpPr>
          <p:nvPr/>
        </p:nvCxnSpPr>
        <p:spPr>
          <a:xfrm>
            <a:off x="1942011" y="6117772"/>
            <a:ext cx="487680" cy="0"/>
          </a:xfrm>
          <a:prstGeom prst="straightConnector1">
            <a:avLst/>
          </a:prstGeom>
          <a:ln>
            <a:tailEnd type="triangle"/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9020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514421" y="329236"/>
            <a:ext cx="54444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Particle System Architecture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1658250" y="1102578"/>
            <a:ext cx="8635041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Particle System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A cloud of particles and all the operations you can do on them.   (A “cloud” is a set of one or more particles)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Emitter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The object that emits a cloud of particles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There are different types.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Forces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We need an interface to add new types of forces to particles</a:t>
            </a:r>
          </a:p>
          <a:p>
            <a:endParaRPr lang="en-US" sz="2400" dirty="0"/>
          </a:p>
          <a:p>
            <a:pPr lvl="1"/>
            <a:endParaRPr lang="en-US" sz="2000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571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514421" y="329236"/>
            <a:ext cx="54444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Particle System Architecture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1658250" y="1102578"/>
            <a:ext cx="8635041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Particle System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A cloud of particles and all the operations you can do on them.   (A “cloud” is a set of one or more particles)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Emitter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The object that emits a cloud of particles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There are different types.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Forces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We need an interface to add new types of forces to particles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Ex: Wind, turbulence etc.</a:t>
            </a:r>
          </a:p>
          <a:p>
            <a:endParaRPr lang="en-US" sz="2400" dirty="0"/>
          </a:p>
          <a:p>
            <a:pPr lvl="1"/>
            <a:endParaRPr lang="en-US" sz="2000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700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514421" y="329236"/>
            <a:ext cx="54444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Particle System Architecture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1658250" y="1102578"/>
            <a:ext cx="8635041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Collision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Collision between particles and other objects.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Collision between particles (can be expensive and often not used except for sprite applications)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Repulsive forces can be used to simulate collision. Will show an example later.</a:t>
            </a:r>
          </a:p>
          <a:p>
            <a:endParaRPr lang="en-US" sz="2400" dirty="0"/>
          </a:p>
          <a:p>
            <a:pPr lvl="1"/>
            <a:endParaRPr lang="en-US" sz="2000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984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514421" y="329236"/>
            <a:ext cx="37990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Basic Emitter Types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pic>
        <p:nvPicPr>
          <p:cNvPr id="4" name="Picture 3" descr="A picture containing object&#10;&#10;Description generated with high confidence">
            <a:extLst>
              <a:ext uri="{FF2B5EF4-FFF2-40B4-BE49-F238E27FC236}">
                <a16:creationId xmlns:a16="http://schemas.microsoft.com/office/drawing/2014/main" id="{5D6A31DB-CDB1-426D-8D25-2797C56A26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7616" y="1410254"/>
            <a:ext cx="6629400" cy="44733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8DC38DE-6AC3-452E-9B82-3F6A5354C8BD}"/>
              </a:ext>
            </a:extLst>
          </p:cNvPr>
          <p:cNvSpPr txBox="1"/>
          <p:nvPr/>
        </p:nvSpPr>
        <p:spPr>
          <a:xfrm>
            <a:off x="273591" y="1117798"/>
            <a:ext cx="5114025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Emitter Types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Different types of emitters release particles in different patterns.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The emitter controls this by setting: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Initial position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Initial velocity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Using these parameters for each particle, an emitter can control the release geometry.</a:t>
            </a:r>
          </a:p>
          <a:p>
            <a:endParaRPr lang="en-US" sz="2400" dirty="0"/>
          </a:p>
          <a:p>
            <a:pPr lvl="1"/>
            <a:endParaRPr lang="en-US" sz="2000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35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514421" y="329236"/>
            <a:ext cx="29271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Particle Effects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1F324D-4F95-476C-BACC-517B381DD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855" y="1476374"/>
            <a:ext cx="6219307" cy="4481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124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514421" y="329236"/>
            <a:ext cx="29271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Particle Effects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EFACAD-A5EB-4C2C-9FCC-B8DD4E6A9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387" y="1366837"/>
            <a:ext cx="9801225" cy="41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204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514421" y="329236"/>
            <a:ext cx="29271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Particle Effects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9E0573-B8A0-4378-BFF3-A4F11085E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4100" y="1345648"/>
            <a:ext cx="7810499" cy="4314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835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514421" y="329236"/>
            <a:ext cx="34054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In Class Exercise 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1961901" y="1287185"/>
            <a:ext cx="8635041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Preparation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Create a new project with the </a:t>
            </a:r>
            <a:r>
              <a:rPr lang="en-US" sz="2400" dirty="0" err="1"/>
              <a:t>ofxGui</a:t>
            </a:r>
            <a:r>
              <a:rPr lang="en-US" sz="2400" dirty="0"/>
              <a:t> add-in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Replace the source files with the files in this project: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400" dirty="0"/>
              <a:t>particlesTemplate.zip   (in FILES/examples)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Compile/Run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This should show an empty 3D scene with a grid. Become familiar with moving the camera with the mouse.</a:t>
            </a:r>
          </a:p>
          <a:p>
            <a:pPr lvl="1"/>
            <a:endParaRPr lang="en-US" sz="2400" dirty="0"/>
          </a:p>
          <a:p>
            <a:pPr lvl="1"/>
            <a:endParaRPr lang="en-US" sz="2000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036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514421" y="329236"/>
            <a:ext cx="34054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In Class Exercise 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1074443" y="800050"/>
            <a:ext cx="8635041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/>
            <a:endParaRPr lang="en-US" sz="24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Coding:</a:t>
            </a:r>
          </a:p>
          <a:p>
            <a:pPr lvl="3"/>
            <a:r>
              <a:rPr lang="en-US" sz="2400" dirty="0"/>
              <a:t>Add an emitter to your app</a:t>
            </a:r>
          </a:p>
          <a:p>
            <a:pPr marL="1828800" lvl="3" indent="-457200">
              <a:buFont typeface="+mj-lt"/>
              <a:buAutoNum type="arabicPeriod"/>
            </a:pPr>
            <a:r>
              <a:rPr lang="en-US" sz="2400" dirty="0"/>
              <a:t>Modify your </a:t>
            </a:r>
            <a:r>
              <a:rPr lang="en-US" sz="2400" dirty="0" err="1"/>
              <a:t>ofApp.h</a:t>
            </a:r>
            <a:r>
              <a:rPr lang="en-US" sz="2400" dirty="0"/>
              <a:t> to create a new Emitter by declaring one:</a:t>
            </a:r>
          </a:p>
          <a:p>
            <a:pPr marL="2286000" lvl="4" indent="-457200">
              <a:buFont typeface="Arial" panose="020B0604020202020204" pitchFamily="34" charset="0"/>
              <a:buChar char="•"/>
            </a:pPr>
            <a:r>
              <a:rPr lang="en-US" sz="2400" dirty="0"/>
              <a:t>Emitter   </a:t>
            </a:r>
            <a:r>
              <a:rPr lang="en-US" sz="2400" dirty="0" err="1"/>
              <a:t>emitter</a:t>
            </a:r>
            <a:r>
              <a:rPr lang="en-US" sz="2400" dirty="0"/>
              <a:t>;</a:t>
            </a:r>
          </a:p>
          <a:p>
            <a:pPr marL="1828800" lvl="3" indent="-457200">
              <a:buFont typeface="+mj-lt"/>
              <a:buAutoNum type="arabicPeriod"/>
            </a:pPr>
            <a:r>
              <a:rPr lang="en-US" sz="2400" dirty="0"/>
              <a:t>Be sure you have your emitter draw() and update() itself in ofApp.cpp.  Make sure to call emitter-&gt;start() in setup.</a:t>
            </a:r>
          </a:p>
          <a:p>
            <a:pPr marL="1828800" lvl="3" indent="-457200">
              <a:buFont typeface="+mj-lt"/>
              <a:buAutoNum type="arabicPeriod"/>
            </a:pPr>
            <a:r>
              <a:rPr lang="en-US" sz="2400" dirty="0"/>
              <a:t>What do you see ?</a:t>
            </a:r>
          </a:p>
          <a:p>
            <a:pPr marL="1828800" lvl="3" indent="-457200">
              <a:buFont typeface="+mj-lt"/>
              <a:buAutoNum type="arabicPeriod"/>
            </a:pPr>
            <a:r>
              <a:rPr lang="en-US" sz="2400" dirty="0"/>
              <a:t>Connect the lifespan, rate, velocity and radius sliders to your Emitter.  </a:t>
            </a:r>
          </a:p>
          <a:p>
            <a:pPr marL="2286000" lvl="4" indent="-457200">
              <a:buFont typeface="Arial" panose="020B0604020202020204" pitchFamily="34" charset="0"/>
              <a:buChar char="•"/>
            </a:pPr>
            <a:r>
              <a:rPr lang="en-US" sz="2400" dirty="0"/>
              <a:t>Example:   In </a:t>
            </a:r>
            <a:r>
              <a:rPr lang="en-US" sz="2400" dirty="0" err="1"/>
              <a:t>ofApp</a:t>
            </a:r>
            <a:r>
              <a:rPr lang="en-US" sz="2400" dirty="0"/>
              <a:t>::update() call:</a:t>
            </a:r>
          </a:p>
          <a:p>
            <a:pPr marL="2743200" lvl="5" indent="-457200">
              <a:buFont typeface="Arial" panose="020B0604020202020204" pitchFamily="34" charset="0"/>
              <a:buChar char="•"/>
            </a:pPr>
            <a:r>
              <a:rPr lang="en-US" sz="2400" dirty="0"/>
              <a:t>emitter-&gt;</a:t>
            </a:r>
            <a:r>
              <a:rPr lang="en-US" sz="2400" dirty="0" err="1"/>
              <a:t>setRate</a:t>
            </a:r>
            <a:r>
              <a:rPr lang="en-US" sz="2400" dirty="0"/>
              <a:t>(rate) </a:t>
            </a:r>
            <a:r>
              <a:rPr lang="en-US" sz="2400" i="1" dirty="0"/>
              <a:t>before</a:t>
            </a:r>
            <a:r>
              <a:rPr lang="en-US" sz="2400" dirty="0"/>
              <a:t> </a:t>
            </a:r>
          </a:p>
          <a:p>
            <a:pPr marL="2743200" lvl="5" indent="-457200">
              <a:buFont typeface="Arial" panose="020B0604020202020204" pitchFamily="34" charset="0"/>
              <a:buChar char="•"/>
            </a:pPr>
            <a:r>
              <a:rPr lang="en-US" sz="2400" dirty="0"/>
              <a:t>emitter-&gt;update();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/>
            <a:endParaRPr lang="en-US" sz="2000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843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514421" y="329236"/>
            <a:ext cx="34054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In Class Exercise 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290671" y="1078724"/>
            <a:ext cx="10899843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/>
            <a:endParaRPr lang="en-US" sz="24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Coding:</a:t>
            </a:r>
          </a:p>
          <a:p>
            <a:pPr lvl="3"/>
            <a:r>
              <a:rPr lang="en-US" sz="2400" dirty="0"/>
              <a:t>Lets add some forces</a:t>
            </a:r>
          </a:p>
          <a:p>
            <a:pPr marL="1828800" lvl="3" indent="-457200">
              <a:buFont typeface="+mj-lt"/>
              <a:buAutoNum type="arabicPeriod"/>
            </a:pPr>
            <a:r>
              <a:rPr lang="en-US" sz="2400" dirty="0"/>
              <a:t>Add gravity</a:t>
            </a:r>
          </a:p>
          <a:p>
            <a:pPr marL="2286000" lvl="4" indent="-4572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286000" lvl="4" indent="-457200">
              <a:buFont typeface="Arial" panose="020B0604020202020204" pitchFamily="34" charset="0"/>
              <a:buChar char="•"/>
            </a:pPr>
            <a:r>
              <a:rPr lang="en-US" sz="2400" i="1" dirty="0"/>
              <a:t>emitter.sys-&gt;</a:t>
            </a:r>
            <a:r>
              <a:rPr lang="en-US" sz="2400" i="1" dirty="0" err="1"/>
              <a:t>addForce</a:t>
            </a:r>
            <a:r>
              <a:rPr lang="en-US" sz="2400" i="1" dirty="0"/>
              <a:t>(new </a:t>
            </a:r>
            <a:r>
              <a:rPr lang="en-US" sz="2400" i="1" dirty="0" err="1"/>
              <a:t>GravityForce</a:t>
            </a:r>
            <a:r>
              <a:rPr lang="en-US" sz="2400" i="1" dirty="0"/>
              <a:t>(ofVec3f(0, -gravity, 0)));</a:t>
            </a:r>
          </a:p>
          <a:p>
            <a:pPr marL="2286000" lvl="4" indent="-457200">
              <a:buFont typeface="Arial" panose="020B0604020202020204" pitchFamily="34" charset="0"/>
              <a:buChar char="•"/>
            </a:pPr>
            <a:endParaRPr lang="en-US" sz="2400" i="1" dirty="0"/>
          </a:p>
          <a:p>
            <a:pPr lvl="4"/>
            <a:r>
              <a:rPr lang="en-US" sz="2400" dirty="0"/>
              <a:t>Put this in your </a:t>
            </a:r>
            <a:r>
              <a:rPr lang="en-US" sz="2400" dirty="0" err="1"/>
              <a:t>ofApp</a:t>
            </a:r>
            <a:r>
              <a:rPr lang="en-US" sz="2400" dirty="0"/>
              <a:t>::setup() method.</a:t>
            </a:r>
          </a:p>
          <a:p>
            <a:pPr marL="2286000" lvl="4" indent="-457200">
              <a:buFont typeface="+mj-lt"/>
              <a:buAutoNum type="arabicPeriod"/>
            </a:pP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/>
            <a:endParaRPr lang="en-US" sz="2000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259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514421" y="329236"/>
            <a:ext cx="34054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In Class Exercise 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113211" y="1078724"/>
            <a:ext cx="11975095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/>
            <a:endParaRPr lang="en-US" sz="24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Coding:</a:t>
            </a:r>
          </a:p>
          <a:p>
            <a:pPr lvl="3"/>
            <a:r>
              <a:rPr lang="en-US" sz="2400" dirty="0"/>
              <a:t>Lets add some forces</a:t>
            </a:r>
          </a:p>
          <a:p>
            <a:pPr marL="1828800" lvl="3" indent="-457200">
              <a:buFont typeface="+mj-lt"/>
              <a:buAutoNum type="arabicPeriod"/>
            </a:pPr>
            <a:r>
              <a:rPr lang="en-US" sz="2400" dirty="0"/>
              <a:t>Add some </a:t>
            </a:r>
            <a:r>
              <a:rPr lang="en-US" sz="2400" dirty="0">
                <a:solidFill>
                  <a:schemeClr val="accent4"/>
                </a:solidFill>
              </a:rPr>
              <a:t>Turbulence</a:t>
            </a:r>
          </a:p>
          <a:p>
            <a:pPr marL="2286000" lvl="4" indent="-457200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4"/>
            <a:r>
              <a:rPr lang="en-US" sz="2400" i="1" dirty="0"/>
              <a:t>emitter.sys-&gt;</a:t>
            </a:r>
            <a:r>
              <a:rPr lang="en-US" sz="2400" i="1" dirty="0" err="1"/>
              <a:t>addForce</a:t>
            </a:r>
            <a:r>
              <a:rPr lang="en-US" sz="2400" i="1" dirty="0"/>
              <a:t>(new </a:t>
            </a:r>
            <a:r>
              <a:rPr lang="en-US" sz="2400" i="1" dirty="0" err="1"/>
              <a:t>TurbulenceForce</a:t>
            </a:r>
            <a:r>
              <a:rPr lang="en-US" sz="2400" i="1" dirty="0"/>
              <a:t>(ofVec3f(-2, -1, -3), ofVec3f(1, 2, 5)));</a:t>
            </a:r>
          </a:p>
          <a:p>
            <a:pPr lvl="4"/>
            <a:endParaRPr lang="en-US" sz="2400" i="1" dirty="0"/>
          </a:p>
          <a:p>
            <a:pPr lvl="4"/>
            <a:r>
              <a:rPr lang="en-US" sz="2400" dirty="0"/>
              <a:t>Put this in your </a:t>
            </a:r>
            <a:r>
              <a:rPr lang="en-US" sz="2400" dirty="0" err="1"/>
              <a:t>ofApp</a:t>
            </a:r>
            <a:r>
              <a:rPr lang="en-US" sz="2400" dirty="0"/>
              <a:t>::setup() method.</a:t>
            </a:r>
          </a:p>
          <a:p>
            <a:pPr lvl="4"/>
            <a:endParaRPr lang="en-US" sz="2400" dirty="0"/>
          </a:p>
          <a:p>
            <a:pPr lvl="4"/>
            <a:r>
              <a:rPr lang="en-US" sz="2400" dirty="0"/>
              <a:t>Try different Values for Turbulence min and max vectors.</a:t>
            </a:r>
          </a:p>
          <a:p>
            <a:pPr marL="2286000" lvl="4" indent="-457200">
              <a:buFont typeface="+mj-lt"/>
              <a:buAutoNum type="arabicPeriod"/>
            </a:pP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/>
            <a:endParaRPr lang="en-US" sz="2000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140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514421" y="329236"/>
            <a:ext cx="53950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Homework  (for next class) 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113211" y="1078724"/>
            <a:ext cx="11975095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/>
            <a:endParaRPr lang="en-US" sz="2400" dirty="0"/>
          </a:p>
          <a:p>
            <a:pPr lvl="2"/>
            <a:r>
              <a:rPr lang="en-US" sz="2800"/>
              <a:t>Finish </a:t>
            </a:r>
            <a:r>
              <a:rPr lang="en-US" sz="2800" dirty="0"/>
              <a:t>what you did not complete in class  </a:t>
            </a:r>
            <a:r>
              <a:rPr lang="en-US" sz="2800"/>
              <a:t>AND THEN ---</a:t>
            </a:r>
            <a:br>
              <a:rPr lang="en-US" sz="2800"/>
            </a:br>
            <a:endParaRPr lang="en-US" sz="28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Modify your program to use sliders (6) for the Turbulence parameters (min, max). How ?   Hints: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400" dirty="0"/>
              <a:t>Add new method </a:t>
            </a:r>
            <a:r>
              <a:rPr lang="en-US" sz="2400" dirty="0" err="1"/>
              <a:t>TurbulenceForce</a:t>
            </a:r>
            <a:r>
              <a:rPr lang="en-US" sz="2400" dirty="0"/>
              <a:t>::set(min, max);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400" dirty="0"/>
              <a:t>When you create your turbulence force, you need to save a pointer to it so you can dynamically set the values in the update.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400" dirty="0"/>
              <a:t>Bonus:</a:t>
            </a:r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en-US" sz="2400" dirty="0"/>
              <a:t>Create a new Particle Force, called </a:t>
            </a:r>
            <a:r>
              <a:rPr lang="en-US" sz="2400" dirty="0" err="1"/>
              <a:t>NoiseForce</a:t>
            </a:r>
            <a:r>
              <a:rPr lang="en-US" sz="2400" dirty="0"/>
              <a:t>  using </a:t>
            </a:r>
            <a:r>
              <a:rPr lang="en-US" sz="2400" dirty="0" err="1"/>
              <a:t>ofNoise</a:t>
            </a:r>
            <a:r>
              <a:rPr lang="en-US" sz="2400" dirty="0"/>
              <a:t> functions.</a:t>
            </a:r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en-US" sz="2400" dirty="0"/>
              <a:t>Connect with similar sliders and show results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400" dirty="0"/>
              <a:t>Post Movie</a:t>
            </a:r>
          </a:p>
          <a:p>
            <a:pPr marL="2286000" lvl="4" indent="-457200">
              <a:buFont typeface="+mj-lt"/>
              <a:buAutoNum type="arabicPeriod"/>
            </a:pP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/>
            <a:endParaRPr lang="en-US" sz="2000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041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1116</TotalTime>
  <Words>1085</Words>
  <Application>Microsoft Office PowerPoint</Application>
  <PresentationFormat>Widescreen</PresentationFormat>
  <Paragraphs>210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CS 134 Computer Game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235 User Interface Design</dc:title>
  <dc:creator>Kevin Smith</dc:creator>
  <cp:lastModifiedBy>Kevin Smith</cp:lastModifiedBy>
  <cp:revision>136</cp:revision>
  <dcterms:created xsi:type="dcterms:W3CDTF">2017-08-23T16:49:40Z</dcterms:created>
  <dcterms:modified xsi:type="dcterms:W3CDTF">2018-03-08T19:47:05Z</dcterms:modified>
</cp:coreProperties>
</file>