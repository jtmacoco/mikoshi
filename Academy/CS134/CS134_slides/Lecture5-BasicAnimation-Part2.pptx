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67" r:id="rId3"/>
    <p:sldId id="268" r:id="rId4"/>
    <p:sldId id="277" r:id="rId5"/>
    <p:sldId id="275" r:id="rId6"/>
    <p:sldId id="276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4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DB661-6141-4512-9A89-A572846ECA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B6A7EA9-DC7F-48F4-B5D9-ECF3803EC730}" type="slidenum">
              <a:t>11</a:t>
            </a:fld>
            <a:endParaRPr lang="fi-FI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1B6F1-1EA1-47AC-8A35-770BA18CFD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18128-1390-4AF0-BEF7-88A1F4C543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675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2/15/2018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2/15/2018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2/15/2018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8649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are the basic animation requirements 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534127" y="1920161"/>
            <a:ext cx="81272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Ability move control gun/turret with mouse/touch/keyboard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Animate using direct manipulation  (ex: mouse drag example)</a:t>
            </a:r>
          </a:p>
          <a:p>
            <a:r>
              <a:rPr lang="en-US" dirty="0"/>
              <a:t>2 Missiles are animated as they move toward target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Animation along straight line with possible acceleration</a:t>
            </a:r>
            <a:r>
              <a:rPr lang="en-US" dirty="0"/>
              <a:t>.</a:t>
            </a:r>
          </a:p>
          <a:p>
            <a:r>
              <a:rPr lang="en-US" dirty="0"/>
              <a:t>3  Image sprites to represent player and enemy (various)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Sprite animation</a:t>
            </a:r>
            <a:endParaRPr lang="en-US" dirty="0"/>
          </a:p>
          <a:p>
            <a:r>
              <a:rPr lang="en-US" dirty="0"/>
              <a:t>4 Enemy targets can be animated along paths or straight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Requires procedural animation along curve (with rotation)</a:t>
            </a:r>
            <a:endParaRPr lang="en-US" dirty="0"/>
          </a:p>
          <a:p>
            <a:r>
              <a:rPr lang="en-US" dirty="0"/>
              <a:t>5 Visual effects  (when target is hit)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Could use physics (particles) or possibly sprite animation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objects move over a background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some games, the backgrounds scroll (pan) – more later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level (2D game) – a background and player/object configuration</a:t>
            </a:r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AEA9E3DF-72A1-4CA7-A256-39520FD21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002" y="1563421"/>
            <a:ext cx="2811446" cy="500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7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733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and Velocity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706061"/>
            <a:ext cx="863504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look at every game object having it’s own  speed or velocity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difference between speed and velocity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Speed is a scalar quantity  (ex: miles per hour)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Velocity has direction and magnitude (vector).</a:t>
            </a:r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2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733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and Velocity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706061"/>
            <a:ext cx="86350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In a simple game (such as our arcade game), if an object is moving at the same speed in all directions , we can just store a scalar speed value.  (which we can vary, but is the same for all directions.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advanced animations (such as particle effects or physics), velocity is more important because we need to store a vector indicating direction of travel.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could use a velocity vector in all cases, but for now lets just look at speed (for Part 1) to keep things simple.</a:t>
            </a:r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16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3733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and Velocity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706061"/>
            <a:ext cx="86350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In a simple game (such as our arcade game), we can store a single speed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advanced animations (such as particle effects or physics), velocity is more important because we need to store a vector indicating direction of travel.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could use a velocity vector in all cases, but for now lets just look at speed (for Part 1) to keep things simple.</a:t>
            </a:r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88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4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706061"/>
            <a:ext cx="8635041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In World Space (3D) speed/velocity is in real-world units  (ex: m/sec, ft/sec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Screen Space (our 2D world for Arcade games), is in units close to the size of a pixel.  (but in floating point).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Speed = units/sec = approx. pix/sec  (Screen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Recall: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travel 600 pixels in 5 seconds, we need to travel 120 units/sec.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 60 Hz  that is 120 * 1/60 = 2 units per update().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7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4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547287"/>
            <a:ext cx="863504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Storing a value for speed (or velocity) is useful because we can vary the speed of each object independently while the game is running.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vary linearly or non-linearly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simply update speed by setting it’s value or updating it incrementally.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Non-linear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Apply mathematical expressions using functional programming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35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22810" y="262124"/>
            <a:ext cx="14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78479" y="1002003"/>
            <a:ext cx="863504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Functional Programming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000" dirty="0"/>
              <a:t>Create a function that given a distance return a modulated value between 1 to 10 based on  sin wave shape from 0 to 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dirty="0"/>
              <a:t>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modulateAccel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(float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sin(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PI) * 5.0 + 1.0;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Use the function to modulate the distance to travel per frame to create an acceleration effect.: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ofVec3f(0,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modulateAccel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0);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sprite.trans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5400" dirty="0"/>
          </a:p>
          <a:p>
            <a:pPr lvl="1"/>
            <a:endParaRPr lang="en-US" sz="24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664233" y="2636209"/>
            <a:ext cx="3099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Demonstration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78479" y="1002003"/>
            <a:ext cx="863504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5400" dirty="0"/>
          </a:p>
          <a:p>
            <a:pPr lvl="1"/>
            <a:endParaRPr lang="en-US" sz="24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4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5364" y="706740"/>
            <a:ext cx="1567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Sprites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83417" y="1580226"/>
            <a:ext cx="863504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Just another term for an image   (in game vernacular)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game object can have a list of sprites that are displayed in sequence to create an animation. (recall superman flipbook)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Sprites are created in a paint program (like photoshop) and usually have transparent sections (which are masked by an “alpha” channel).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Optimizations for Sprites: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Sprite Sheets – multiple sprites stored in one images  (</a:t>
            </a:r>
            <a:r>
              <a:rPr lang="en-US" sz="2000" dirty="0" err="1"/>
              <a:t>ie</a:t>
            </a:r>
            <a:r>
              <a:rPr lang="en-US" sz="2000" dirty="0"/>
              <a:t> tiles)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Compression/dithering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will be using simple (non-animated sprites) for Project 1 –Part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may employ some animated sprites in Part 3 for VFX.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02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6320-CD3A-417F-93BE-1C61899D2C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fi-FI"/>
              <a:t>Sprites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9AC51-5EC4-4965-AA7F-BC615E16ED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408889"/>
            <a:ext cx="8229627" cy="1255728"/>
          </a:xfrm>
        </p:spPr>
        <p:txBody>
          <a:bodyPr>
            <a:spAutoFit/>
          </a:bodyPr>
          <a:lstStyle/>
          <a:p>
            <a:pPr lvl="0"/>
            <a:r>
              <a:rPr lang="fi-FI" dirty="0"/>
              <a:t> Like in any animation, speed of movement depends on how much image changes per frame (each 1/60 sec)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DC9CA96-6123-47A1-86FF-D495E75D72A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27120" y="3567620"/>
            <a:ext cx="1501312" cy="290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B60E5761-86E0-4323-B152-DCE427983BB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03926" y="3532349"/>
            <a:ext cx="1501312" cy="290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5CAB7451-A6BF-487B-BA95-64C653BF2ED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627063" y="3518959"/>
            <a:ext cx="1501312" cy="290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F7C8BE0D-16F3-4C91-AD6B-8FA07289C9B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191407" y="3518959"/>
            <a:ext cx="1501312" cy="290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E82DE02F-9610-48EB-B8A2-5E6D756DFBF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713622" y="3551617"/>
            <a:ext cx="1501312" cy="290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0FCF77EF-E439-4FF3-BCF7-41865DDB7D8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9181950" y="3567620"/>
            <a:ext cx="1501312" cy="2903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A5D799-D43F-4467-A792-CAE4D79CDE79}"/>
              </a:ext>
            </a:extLst>
          </p:cNvPr>
          <p:cNvSpPr txBox="1"/>
          <p:nvPr/>
        </p:nvSpPr>
        <p:spPr>
          <a:xfrm>
            <a:off x="1503926" y="2924247"/>
            <a:ext cx="8667664" cy="624130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fi-FI" sz="1814">
                <a:latin typeface="DejaVu Sans" pitchFamily="34"/>
                <a:ea typeface="DejaVu Sans" pitchFamily="2"/>
                <a:cs typeface="DejaVu Sans" pitchFamily="2"/>
              </a:rPr>
              <a:t>        1                   2                   1                    3                   4                  3</a:t>
            </a:r>
          </a:p>
          <a:p>
            <a:pPr hangingPunct="0"/>
            <a:r>
              <a:rPr lang="fi-FI" sz="1814">
                <a:latin typeface="DejaVu Sans" pitchFamily="34"/>
                <a:ea typeface="DejaVu Sans" pitchFamily="2"/>
                <a:cs typeface="DejaVu Sans" pitchFamily="2"/>
              </a:rPr>
              <a:t>              100ms           100ms         100ms           100ms           100ms</a:t>
            </a:r>
          </a:p>
        </p:txBody>
      </p:sp>
    </p:spTree>
    <p:extLst>
      <p:ext uri="{BB962C8B-B14F-4D97-AF65-F5344CB8AC3E}">
        <p14:creationId xmlns:p14="http://schemas.microsoft.com/office/powerpoint/2010/main" val="125419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</TotalTime>
  <Words>790</Words>
  <Application>Microsoft Office PowerPoint</Application>
  <PresentationFormat>Widescreen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DejaVu Sans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66</cp:revision>
  <dcterms:created xsi:type="dcterms:W3CDTF">2017-08-23T16:49:40Z</dcterms:created>
  <dcterms:modified xsi:type="dcterms:W3CDTF">2018-02-15T20:08:05Z</dcterms:modified>
</cp:coreProperties>
</file>